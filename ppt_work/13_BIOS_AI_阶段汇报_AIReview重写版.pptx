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33c2ea5261449e" /><Relationship Type="http://schemas.openxmlformats.org/officeDocument/2006/relationships/extended-properties" Target="/docProps/app.xml" Id="R840cd4cae6094bf2" /><Relationship Type="http://schemas.openxmlformats.org/officeDocument/2006/relationships/officeDocument" Target="/ppt/presentation.xml" Id="R7d589a1793a94c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42db79b6744def"/>
  </p:sldMasterIdLst>
  <p:notesMasterIdLst>
    <p:notesMasterId xmlns:r="http://schemas.openxmlformats.org/officeDocument/2006/relationships" r:id="Ra1bff3a176b1429a"/>
  </p:notesMasterIdLst>
  <p:sldIdLst>
    <p:sldId xmlns:r="http://schemas.openxmlformats.org/officeDocument/2006/relationships" id="256" r:id="Rd25f61e3625a4516"/>
    <p:sldId xmlns:r="http://schemas.openxmlformats.org/officeDocument/2006/relationships" id="257" r:id="Rb26191624bd54612"/>
    <p:sldId xmlns:r="http://schemas.openxmlformats.org/officeDocument/2006/relationships" id="258" r:id="R7e4e58a1339546ac"/>
    <p:sldId xmlns:r="http://schemas.openxmlformats.org/officeDocument/2006/relationships" id="259" r:id="R7bb30095cda640a9"/>
    <p:sldId xmlns:r="http://schemas.openxmlformats.org/officeDocument/2006/relationships" id="260" r:id="R01c9d9c4037d47f5"/>
    <p:sldId xmlns:r="http://schemas.openxmlformats.org/officeDocument/2006/relationships" id="261" r:id="R52cad6c08be345d1"/>
    <p:sldId xmlns:r="http://schemas.openxmlformats.org/officeDocument/2006/relationships" id="262" r:id="R53321e922ac94400"/>
    <p:sldId xmlns:r="http://schemas.openxmlformats.org/officeDocument/2006/relationships" id="263" r:id="R19d0cd289c114529"/>
    <p:sldId xmlns:r="http://schemas.openxmlformats.org/officeDocument/2006/relationships" id="264" r:id="R0692664828f04324"/>
    <p:sldId xmlns:r="http://schemas.openxmlformats.org/officeDocument/2006/relationships" id="265" r:id="R106410891ef94fbe"/>
    <p:sldId xmlns:r="http://schemas.openxmlformats.org/officeDocument/2006/relationships" id="266" r:id="Ra1adc7ee6c254a3e"/>
    <p:sldId xmlns:r="http://schemas.openxmlformats.org/officeDocument/2006/relationships" id="267" r:id="R9c1d85987b3947d0"/>
    <p:sldId xmlns:r="http://schemas.openxmlformats.org/officeDocument/2006/relationships" id="268" r:id="R517f12a9c6b6458b"/>
    <p:sldId xmlns:r="http://schemas.openxmlformats.org/officeDocument/2006/relationships" id="269" r:id="Re677a72ca5eb48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2db79b6744def" /><Relationship Type="http://schemas.openxmlformats.org/officeDocument/2006/relationships/theme" Target="/ppt/theme/theme1.xml" Id="R4ba4f7123b7f4d36" /><Relationship Type="http://schemas.openxmlformats.org/officeDocument/2006/relationships/notesMaster" Target="/ppt/notesMasters/notesMaster1.xml" Id="Ra1bff3a176b1429a" /><Relationship Type="http://schemas.openxmlformats.org/officeDocument/2006/relationships/presProps" Target="/ppt/presProps.xml" Id="R7ff27ad450fa4710" /><Relationship Type="http://schemas.openxmlformats.org/officeDocument/2006/relationships/viewProps" Target="/ppt/viewProps.xml" Id="R587049fdffd949d6" /><Relationship Type="http://schemas.openxmlformats.org/officeDocument/2006/relationships/tableStyles" Target="/ppt/tableStyles.xml" Id="R5772775f743543f1" /><Relationship Type="http://schemas.openxmlformats.org/officeDocument/2006/relationships/slide" Target="/ppt/slides/slide1.xml" Id="Rd25f61e3625a4516" /><Relationship Type="http://schemas.openxmlformats.org/officeDocument/2006/relationships/slide" Target="/ppt/slides/slide2.xml" Id="Rb26191624bd54612" /><Relationship Type="http://schemas.openxmlformats.org/officeDocument/2006/relationships/slide" Target="/ppt/slides/slide3.xml" Id="R7e4e58a1339546ac" /><Relationship Type="http://schemas.openxmlformats.org/officeDocument/2006/relationships/slide" Target="/ppt/slides/slide4.xml" Id="R7bb30095cda640a9" /><Relationship Type="http://schemas.openxmlformats.org/officeDocument/2006/relationships/slide" Target="/ppt/slides/slide5.xml" Id="R01c9d9c4037d47f5" /><Relationship Type="http://schemas.openxmlformats.org/officeDocument/2006/relationships/slide" Target="/ppt/slides/slide6.xml" Id="R52cad6c08be345d1" /><Relationship Type="http://schemas.openxmlformats.org/officeDocument/2006/relationships/slide" Target="/ppt/slides/slide7.xml" Id="R53321e922ac94400" /><Relationship Type="http://schemas.openxmlformats.org/officeDocument/2006/relationships/slide" Target="/ppt/slides/slide8.xml" Id="R19d0cd289c114529" /><Relationship Type="http://schemas.openxmlformats.org/officeDocument/2006/relationships/slide" Target="/ppt/slides/slide9.xml" Id="R0692664828f04324" /><Relationship Type="http://schemas.openxmlformats.org/officeDocument/2006/relationships/slide" Target="/ppt/slides/slide10.xml" Id="R106410891ef94fbe" /><Relationship Type="http://schemas.openxmlformats.org/officeDocument/2006/relationships/slide" Target="/ppt/slides/slide11.xml" Id="Ra1adc7ee6c254a3e" /><Relationship Type="http://schemas.openxmlformats.org/officeDocument/2006/relationships/slide" Target="/ppt/slides/slide12.xml" Id="R9c1d85987b3947d0" /><Relationship Type="http://schemas.openxmlformats.org/officeDocument/2006/relationships/slide" Target="/ppt/slides/slide13.xml" Id="R517f12a9c6b6458b" /><Relationship Type="http://schemas.openxmlformats.org/officeDocument/2006/relationships/slide" Target="/ppt/slides/slide14.xml" Id="Re677a72ca5eb48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6b1f4cd03c14f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923755563c464b" /><Relationship Type="http://schemas.openxmlformats.org/officeDocument/2006/relationships/notesMaster" Target="/ppt/notesMasters/notesMaster1.xml" Id="Rec24bb0e8c8447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a0e4eb4dd94847" /><Relationship Type="http://schemas.openxmlformats.org/officeDocument/2006/relationships/notesMaster" Target="/ppt/notesMasters/notesMaster1.xml" Id="R608262545bf144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231be45a70438b" /><Relationship Type="http://schemas.openxmlformats.org/officeDocument/2006/relationships/notesMaster" Target="/ppt/notesMasters/notesMaster1.xml" Id="R02907bc254fa4c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9650ed5efb40d3" /><Relationship Type="http://schemas.openxmlformats.org/officeDocument/2006/relationships/notesMaster" Target="/ppt/notesMasters/notesMaster1.xml" Id="R9ab51f8d1aff4e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7851f92dd34e6d" /><Relationship Type="http://schemas.openxmlformats.org/officeDocument/2006/relationships/notesMaster" Target="/ppt/notesMasters/notesMaster1.xml" Id="Rd74335d090aa48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90183e03c34c88" /><Relationship Type="http://schemas.openxmlformats.org/officeDocument/2006/relationships/notesMaster" Target="/ppt/notesMasters/notesMaster1.xml" Id="Rfb0a0063d0ec4e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c5a8c0fdf84289" /><Relationship Type="http://schemas.openxmlformats.org/officeDocument/2006/relationships/notesMaster" Target="/ppt/notesMasters/notesMaster1.xml" Id="R8f25879f5f6640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c3eea9344d4791" /><Relationship Type="http://schemas.openxmlformats.org/officeDocument/2006/relationships/notesMaster" Target="/ppt/notesMasters/notesMaster1.xml" Id="R8f27867169e342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fdc28abab547d1" /><Relationship Type="http://schemas.openxmlformats.org/officeDocument/2006/relationships/notesMaster" Target="/ppt/notesMasters/notesMaster1.xml" Id="Rddb25d4d1e2f48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247dec56334d8a" /><Relationship Type="http://schemas.openxmlformats.org/officeDocument/2006/relationships/notesMaster" Target="/ppt/notesMasters/notesMaster1.xml" Id="R98326568db8949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939094ef644eba" /><Relationship Type="http://schemas.openxmlformats.org/officeDocument/2006/relationships/notesMaster" Target="/ppt/notesMasters/notesMaster1.xml" Id="Raf53c82eeebf4d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ae999317fe4114" /><Relationship Type="http://schemas.openxmlformats.org/officeDocument/2006/relationships/notesMaster" Target="/ppt/notesMasters/notesMaster1.xml" Id="Rb82ed00ef14b48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7b4d59255640e4" /><Relationship Type="http://schemas.openxmlformats.org/officeDocument/2006/relationships/notesMaster" Target="/ppt/notesMasters/notesMaster1.xml" Id="Rcb6939b44b7943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2190cdf3ca422d" /><Relationship Type="http://schemas.openxmlformats.org/officeDocument/2006/relationships/notesMaster" Target="/ppt/notesMasters/notesMaster1.xml" Id="Ra3d46566164f4b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d3db95798423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775f45e6488464e" /><Relationship Type="http://schemas.openxmlformats.org/officeDocument/2006/relationships/slideLayout" Target="/ppt/slideLayouts/slideLayout2.xml" Id="R96566e0c695440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566e0c695440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76f63f30244029" /><Relationship Type="http://schemas.openxmlformats.org/officeDocument/2006/relationships/notesSlide" Target="/ppt/notesSlides/notesSlide1.xml" Id="Rd7e4ae51c0c247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16dd3862614651" /><Relationship Type="http://schemas.openxmlformats.org/officeDocument/2006/relationships/notesSlide" Target="/ppt/notesSlides/notesSlide2.xml" Id="R443cc0d6b8b542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a93a461c524396" /><Relationship Type="http://schemas.openxmlformats.org/officeDocument/2006/relationships/notesSlide" Target="/ppt/notesSlides/notesSlide3.xml" Id="R144b3625497e45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614e8f2f574047" /><Relationship Type="http://schemas.openxmlformats.org/officeDocument/2006/relationships/notesSlide" Target="/ppt/notesSlides/notesSlide4.xml" Id="R6d62928e11434a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a911c965624513" /><Relationship Type="http://schemas.openxmlformats.org/officeDocument/2006/relationships/notesSlide" Target="/ppt/notesSlides/notesSlide5.xml" Id="R3ec0b1792c0645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b1b3554f824c07" /><Relationship Type="http://schemas.openxmlformats.org/officeDocument/2006/relationships/image" Target="/ppt/media/image.png" Id="R00a515e59d034b42" /><Relationship Type="http://schemas.openxmlformats.org/officeDocument/2006/relationships/notesSlide" Target="/ppt/notesSlides/notesSlide6.xml" Id="R34c7936a7a734e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7643f44ca84652" /><Relationship Type="http://schemas.openxmlformats.org/officeDocument/2006/relationships/image" Target="/ppt/media/image2.png" Id="R49b0caeb4e9f42a0" /><Relationship Type="http://schemas.openxmlformats.org/officeDocument/2006/relationships/notesSlide" Target="/ppt/notesSlides/notesSlide7.xml" Id="R916a529cecf540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6e0a11168c4ece" /><Relationship Type="http://schemas.openxmlformats.org/officeDocument/2006/relationships/image" Target="/ppt/media/image3.png" Id="R2c657ef1447e4269" /><Relationship Type="http://schemas.openxmlformats.org/officeDocument/2006/relationships/image" Target="/ppt/media/image4.png" Id="R3b16c6f377214ce5" /><Relationship Type="http://schemas.openxmlformats.org/officeDocument/2006/relationships/notesSlide" Target="/ppt/notesSlides/notesSlide8.xml" Id="Rdb501c38840b43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cfd743a705421d" /><Relationship Type="http://schemas.openxmlformats.org/officeDocument/2006/relationships/notesSlide" Target="/ppt/notesSlides/notesSlide9.xml" Id="R732cd3ce26b541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f6897494014b3a" /><Relationship Type="http://schemas.openxmlformats.org/officeDocument/2006/relationships/notesSlide" Target="/ppt/notesSlides/notesSlide10.xml" Id="R7bdcbdac192c4f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d28f0e6b604e1c" /><Relationship Type="http://schemas.openxmlformats.org/officeDocument/2006/relationships/image" Target="/ppt/media/image5.png" Id="R0b2a8233769f469c" /><Relationship Type="http://schemas.openxmlformats.org/officeDocument/2006/relationships/image" Target="/ppt/media/image6.png" Id="Rb7e1da5155bd4b47" /><Relationship Type="http://schemas.openxmlformats.org/officeDocument/2006/relationships/notesSlide" Target="/ppt/notesSlides/notesSlide11.xml" Id="R36d6bd9b09b548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e75b01cf59416c" /><Relationship Type="http://schemas.openxmlformats.org/officeDocument/2006/relationships/image" Target="/ppt/media/image7.png" Id="R24685bf61ba9443d" /><Relationship Type="http://schemas.openxmlformats.org/officeDocument/2006/relationships/notesSlide" Target="/ppt/notesSlides/notesSlide12.xml" Id="R2ae59b68c62b46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a4eebc87664713" /><Relationship Type="http://schemas.openxmlformats.org/officeDocument/2006/relationships/image" Target="/ppt/media/image8.png" Id="R9385a5aa9d2c4c5b" /><Relationship Type="http://schemas.openxmlformats.org/officeDocument/2006/relationships/image" Target="/ppt/media/image9.png" Id="Rf78aedb8c3a244fa" /><Relationship Type="http://schemas.openxmlformats.org/officeDocument/2006/relationships/image" Target="/ppt/media/image10.png" Id="R6c823065fe9f4ca7" /><Relationship Type="http://schemas.openxmlformats.org/officeDocument/2006/relationships/notesSlide" Target="/ppt/notesSlides/notesSlide13.xml" Id="R807aef6db1f84e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75ced0030c4793" /><Relationship Type="http://schemas.openxmlformats.org/officeDocument/2006/relationships/notesSlide" Target="/ppt/notesSlides/notesSlide14.xml" Id="R3b3f37330dfb49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FE0A60-D9CA-4678-85B0-9B73B3E3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916A0-93FD-4ECF-8258-8E9C10C7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CDC18-70F4-46F7-9A25-B57EA64F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3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4D48C-B80D-4ED2-8E3F-CDDF3140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33500"/>
            <a:ext cx="7048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5月月度汇报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BF2FE-16F1-47CB-8E75-D6A21904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72390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BIOS / SMBIOS 适配与 AI 辅助工程闭环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90222-C15E-4FEC-BB6E-80728595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7429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客户需求交付 · SMBIOS 适配重构 · AI 辅助开发验证复核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3A4F6-5D84-4C9F-BE7A-4903130B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715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387C7-41FF-4144-B14A-6036ECA4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71600"/>
            <a:ext cx="13906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CF834-80B0-446F-84DF-8EFF062C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52600"/>
            <a:ext cx="11620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SMBIOS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05EB9-7D50-4E0F-A2C8-6C7E3582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14550"/>
            <a:ext cx="8191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300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2C2E8-B8F4-481C-9843-B38439D3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88637-35E1-4063-A959-E787B041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2476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14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273140"/>
                </a:solidFill>
                <a:latin typeface="Menlo"/>
                <a:ea typeface="Menlo"/>
                <a:cs typeface="Menlo"/>
              </a:rPr>
              <a:t>2026 年 5 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3741B-E3A5-4AA4-84E7-677D4F0D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BIOS 腾讯组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B0F60-94A3-4922-9D68-6C1822BC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05500"/>
            <a:ext cx="2476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SWISS ENGINEERING REPORT</a:t>
            </a:r>
          </a:p>
        </p:txBody>
      </p:sp>
    </p:spTree>
    <p:extLst>
      <p:ext uri="{BB962C8B-B14F-4D97-AF65-F5344CB8AC3E}">
        <p14:creationId xmlns:p14="http://schemas.microsoft.com/office/powerpoint/2010/main" val="677440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EF1FE3-1B1C-415D-8B6F-1DB3FB7D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4A937-D7AD-44DA-9A47-BBC86667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56B8B-4A43-4E69-95CA-0DD7283B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EXECUTIVE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D1BE5-39F6-4C38-88A2-D5D125D1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本阶段完成客户可见信息适配，并跑通 SMBIOS 场景的 AI 辅助工程最小闭环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12811-4189-4E95-9A9A-F4697344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E7505-937A-47EB-8958-CBF70B7B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F2951-E502-4984-9ACD-ABD00C16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76600" cy="200025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94C38-1BF3-4417-BE0F-F646B799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DBE5D-3CA1-4417-8ADA-501C336A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5143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185F1-F9AA-4618-A939-853C2BCD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20002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客户问题闭环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776A3-F909-4794-8D79-A34EA52C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7813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V3 遗留显示问题与 V5 新增问题单进入阶段处理，客户可见字段按需求适配。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81B3B-87A4-4BA6-B984-8A1F4C81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3276600" cy="200025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91351-C9E6-4501-AA80-4186028E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018D8-FC52-4E6C-AB80-F0B5A5F6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5143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B886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12B8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ECDAA-1760-44F2-AE7C-3E5F0384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57450"/>
            <a:ext cx="20002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辅助提效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AE06E-C20E-4861-BE46-21CEE63D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86100"/>
            <a:ext cx="27813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Type8 / Type9 / Type11 / Type12 等模块进入 AI 辅助开发，材料解析脚本完成试点。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745B2-688D-444E-8CC0-EEC4D16A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276600" cy="200025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F9FD4-6C90-4A81-8BF3-3D0B0F1C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B9ECA-793E-4CC6-92C1-B8FE1008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5143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9F00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F59F0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C7FEE-982A-458D-B51F-637F4B3F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57450"/>
            <a:ext cx="20002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Review 能力建设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94D390-340C-473F-B52B-8389933A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86100"/>
            <a:ext cx="27813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SMBIOS 自动验证和 AI Review 开始沉淀日志、报告、上下文材料和风险处置记录。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B4224-48FC-4398-A82F-3090B799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842B99-01F4-4341-BC85-63136357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边界说明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744836-985C-4E4B-ACDF-1B3F6A4A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72050"/>
            <a:ext cx="8382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 AI 提效聚焦 SMBIOS 场景，优先选择规则清晰、结果可比对、可复测的问题。</a:t>
            </a:r>
          </a:p>
        </p:txBody>
      </p:sp>
    </p:spTree>
    <p:extLst>
      <p:ext uri="{BB962C8B-B14F-4D97-AF65-F5344CB8AC3E}">
        <p14:creationId xmlns:p14="http://schemas.microsoft.com/office/powerpoint/2010/main" val="1263047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638664-4FDA-4E37-BCED-787D1F1C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4816D-FD89-4D7A-A5D8-6F95B7AC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57081-BBC5-43C6-A515-24544679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AGENDA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9F210-AE44-42BC-BEB3-CF122817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本次汇报围绕工作成果、重点工作和下一步计划展开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A28E5-A433-43AA-99BD-162B3A4E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FE25D-1043-420B-B310-8059D01A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68197-31D9-4D08-96B7-0E501771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A38D7-6DC3-4069-8651-E4911AEA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5250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315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3353A-003D-4E86-927B-04EE5440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383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工作成果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F09A3-8245-45B9-8AF0-E3BB6BE1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24075"/>
            <a:ext cx="5524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客户需求响应、问题单闭环、AI 辅助工程闭环试点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D9204-0AF5-43C7-9336-AB631055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2E706-B9B0-49AB-8063-0E08C24F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95250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315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7E3BE-43DE-4B4C-AE91-C0F94A47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28975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重点工作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AD4DB-A5E0-4471-A0B8-04C00AB8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5524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059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Type9 重构、Type8/11/12 规范化移植、材料结构化、自动验证、AI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DD53E-ACF4-4D02-BF9F-4F56335E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DA9FD-2CC9-45CE-9D28-3E1FE619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95250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315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7CD84-5EAD-4B88-88F2-DA15BCA7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1960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下一步计划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3BB35-CD3A-4A12-AD2F-034AD3C8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05325"/>
            <a:ext cx="5524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沉淀 SMBIOS 开发生成和测试问题修复两条 Agent 工作流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5B307-C98F-46E9-96F0-22B989ED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</p:spTree>
    <p:extLst>
      <p:ext uri="{BB962C8B-B14F-4D97-AF65-F5344CB8AC3E}">
        <p14:creationId xmlns:p14="http://schemas.microsoft.com/office/powerpoint/2010/main" val="6675563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039117-8F6E-44CB-99C3-F7FA7B26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DCDC7-2459-4BF3-BF78-5F27E953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39CF9-4867-4B9E-9203-4D4DC9BA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01 / WORK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7C0AD-3138-484F-A88B-30CE59E9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V5 SMBIOS 客户可见字段适配和新增问题单完成阶段交付与持续推进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A8728-010E-443E-B6EF-8FD1145B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EA91B-1A10-4676-938D-0552A628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A1876-06AB-49C0-B79B-D13E7B2A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400AA-A6EF-4E05-B7F4-79172954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6925"/>
            <a:ext cx="158877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13788-945B-4B12-8143-3C94CD54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2066925"/>
            <a:ext cx="532447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A5850-5157-42CF-B156-A57495E9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545" y="2066925"/>
            <a:ext cx="249745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B2C65-BBE8-4CA6-BA81-8A7972CA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14F83-6943-44A1-9924-5B002889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58877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V3 遗留问题闭环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E91B0-F126-4B06-9D2B-967C3F4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2857500"/>
            <a:ext cx="5324475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修复 7 项 SMBIOS 显示问题，覆盖显示名异常、字段缺失、不显示等。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8ED34-95D1-4CDC-818E-66D1EFEE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695" y="2895600"/>
            <a:ext cx="2383155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CFBC6-7386-4F0A-BC54-4D5FE147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945" y="2933700"/>
            <a:ext cx="219265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已上库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292C4-554A-441E-930E-361693F1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6CC88-DAA4-4F5E-826F-9C940581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58877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V5 新增问题单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400EF-5D44-42C1-9A6E-2622E91E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3619500"/>
            <a:ext cx="5324475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覆盖 Type41 显示缺失、不插设备 boot 启动黑屏等问题。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683EE-9A7B-4C20-9FFE-A76C340C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695" y="3657600"/>
            <a:ext cx="2383155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E8319-0D43-4752-B210-D3DCCABB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945" y="3695700"/>
            <a:ext cx="219265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F0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9F00"/>
                </a:solidFill>
                <a:latin typeface="PingFang SC"/>
                <a:ea typeface="PingFang SC"/>
                <a:cs typeface="PingFang SC"/>
              </a:rPr>
              <a:t>进行中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DB9E6-07E9-4B1C-A030-F8AD35A6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6BC21-D320-41FB-93E4-A2BFD748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58877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Type2 主板信息上报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6B4AC-7B1E-4DCC-829A-67F6A2C3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4381500"/>
            <a:ext cx="5324475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整合 PCB / BOARD / SKU 等客户可见字段。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47AA3-E638-4EBF-BD53-A836F2BE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695" y="4419600"/>
            <a:ext cx="2383155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2D877-D13E-41B4-A560-8281716E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945" y="4457700"/>
            <a:ext cx="219265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已上库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337EE0-6ACC-4371-AF74-5CCD2F1E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AA286-0652-46DD-8AA0-20CAA300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58877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Type11 OEM 扩展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6499EF-3B0E-4F0D-BBD6-074C096A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5143500"/>
            <a:ext cx="5324475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动态上报 TDX 相关 OEM 扩展信息。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4E43A7-00B7-4720-B4E9-3B580121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695" y="5181600"/>
            <a:ext cx="2383155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25A5DB-27BB-4C3F-BF77-741DB991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945" y="5219700"/>
            <a:ext cx="219265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已上库</a:t>
            </a:r>
          </a:p>
        </p:txBody>
      </p:sp>
    </p:spTree>
    <p:extLst>
      <p:ext uri="{BB962C8B-B14F-4D97-AF65-F5344CB8AC3E}">
        <p14:creationId xmlns:p14="http://schemas.microsoft.com/office/powerpoint/2010/main" val="1555589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55C74C-56DD-419A-9FF4-ADD00E6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C12D4-A6F2-47FE-86E2-676C63D2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85240-3A7A-4462-A819-A311E9DE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01 / WORK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DA28D-D1C4-4E73-A241-5B3376E7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辅助已进入 SMBIOS 开发、验证、AI Review 流程，但仍由工程师确认结果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07F2D-C93D-48CA-9300-46C3FE00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3DEE4-3D3B-49A9-8100-186FB100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E2C93-DB3C-44F5-B465-1F636845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428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37D39-A56D-4904-9191-7481C7C4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2001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客户规则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材料输入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B57FC-6D31-426C-A9AD-C548E1E6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43150"/>
            <a:ext cx="2476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E6D3D-EF60-48C9-8AF8-1848F1AC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1428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2764A-217B-4C1B-9963-1F14F1F1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12001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辅助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生成代码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E1CBF-D663-4633-B421-B8F0A23D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2476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3D365-E133-47F9-A075-BBA7ADFE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52650"/>
            <a:ext cx="1428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AD14C-D36F-4772-8B25-E14B4D7A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66950"/>
            <a:ext cx="12001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自动化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D7B2F-7F2E-4A80-AFB5-50E89078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2476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512FA-6165-4426-B8A8-91F02F8B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52650"/>
            <a:ext cx="1428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7E974-DFAC-46AF-A7B0-38945F30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12001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16DB0B-0C2F-463F-BE44-BA01408C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2476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A3F21-EE47-43B7-9490-6FD4486E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52650"/>
            <a:ext cx="1428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0D7B5-63E8-4634-8183-5589B0FD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12001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人工确认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经验回流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2B5B0B-73F4-474E-B83C-2F04E7DF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762250" cy="1333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55702-6281-4EE3-93C0-48E7BC81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72786C-2B9E-438C-BA51-65429884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23431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2700+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5ACBB-F25E-4ACB-AD5A-8E1CAA84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23431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行实现 / 重构代码量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B846EF-7BF0-4FFE-804C-0AFC0E47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23431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SMBIOS 相关规模参考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D77CED-3EF1-4D2B-A310-E1E61837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05250"/>
            <a:ext cx="2762250" cy="1333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8F0BA-0DFC-4157-86FC-4D9BDAAD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05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FBC076-836D-4FC5-B079-87F9301E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114800"/>
            <a:ext cx="23431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B886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12B886"/>
                </a:solidFill>
                <a:latin typeface="Menlo"/>
                <a:ea typeface="Menlo"/>
                <a:cs typeface="Menlo"/>
              </a:rPr>
              <a:t>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01CF69-FA01-4118-B9FB-B3B55528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533900"/>
            <a:ext cx="23431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类数据采集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069B5C-B61B-4273-BFE2-0367207D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819650"/>
            <a:ext cx="23431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SMBIOS 自动验证范围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D8B1E8-19CF-4C7A-A6A7-7E44B16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762250" cy="1333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6BBE6C-E5B7-4618-8FC0-7C649A72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61A4C5-6289-463F-8C5F-B109A68A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14800"/>
            <a:ext cx="23431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9F00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F59F00"/>
                </a:solidFill>
                <a:latin typeface="Menlo"/>
                <a:ea typeface="Menlo"/>
                <a:cs typeface="Menlo"/>
              </a:rPr>
              <a:t>降低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7DFA55-EE30-4DD6-936D-67595B04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33900"/>
            <a:ext cx="23431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内存类问题风险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57266C-6117-4277-9086-BEA10F0B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9650"/>
            <a:ext cx="23431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越界 / 泄漏 / 空指针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EA2AEE-AE56-4075-AF10-19D5B141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57850"/>
            <a:ext cx="8763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当前定位是辅助实现、辅助验证、辅助复核，不替代工程师判断。</a:t>
            </a:r>
          </a:p>
        </p:txBody>
      </p:sp>
    </p:spTree>
    <p:extLst>
      <p:ext uri="{BB962C8B-B14F-4D97-AF65-F5344CB8AC3E}">
        <p14:creationId xmlns:p14="http://schemas.microsoft.com/office/powerpoint/2010/main" val="1775275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5A17A0-0F38-4BD1-8C6D-D6EA8AE3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7295D-D308-44E2-9237-DD8067CC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766D4-BF53-4727-A206-F8E4D1B4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02 / TYPE9 REFACTOR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BAC68-FC03-49AC-BADD-F85DBE66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Type9 多版型适配从“重复改代码”转为“维护显示规则”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97225-4A33-4B8F-8920-540BC844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53030-2DC5-4562-9063-11EAA33D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30242-92F8-452E-871A-D0568C3E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131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8401C-04FA-449C-BF8E-2E2DDC50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改造前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F484B-29C4-4515-BF1B-A3369BBE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381250" cy="1524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E0D30-AAC4-4A82-BCC8-379160AD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131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A5E5B-A4E6-47F5-8E6A-D80D79C9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165735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板型、部署模式、节点配置散落在代码分支中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43DFC-865E-4B21-9ADD-331BC5B6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131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054FD-264D-4473-80E8-1B3B8EC8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16573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新增版型需要继续改主流程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D662B-A396-4EA7-B3F9-0732FE4C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6215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74AE9-EECB-4548-BCB8-0D5DFA73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716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改造后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980FB-CBE2-4FE2-9FA0-58151EF0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2381250" cy="1524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AA248-7ACC-4C97-8B0C-4906C404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05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50F17-A2F3-4039-B886-DE0791BC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28900"/>
            <a:ext cx="16573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差异集中到显示规则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0FBD1-753A-473A-87A5-52DD6C1A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57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3306A-A898-4ACC-9ED2-BB27860C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81350"/>
            <a:ext cx="165735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主流程只负责采集、选择、生成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A3138-9A60-4CC5-939D-2FD992B2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71450" tIns="114300" rIns="171450" bIns="76200" anchor="ctr">
            <a:normAutofit fontScale="9098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3EA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3EA8"/>
                </a:solidFill>
                <a:latin typeface="PingFang SC"/>
                <a:ea typeface="PingFang SC"/>
                <a:cs typeface="PingFang SC"/>
              </a:rPr>
              <a:t>底层槽位信息 → 统一槽位编号 → 显示规则 → 客户可见槽位名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E4C77-B98B-4CF3-8F2C-8E044999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5048250" cy="552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新增版型优先补显示规则，不反复改核心流程，提升复用性、减少维护时间；同时降低误显示风险。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515e59d034b42"/>
          <a:stretch xmlns:a="http://schemas.openxmlformats.org/drawingml/2006/main"/>
        </p:blipFill>
        <p:spPr>
          <a:xfrm xmlns:a="http://schemas.openxmlformats.org/drawingml/2006/main">
            <a:off x="7352802" y="1885950"/>
            <a:ext cx="2744195" cy="37909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FFFE20-4E4C-4277-A1A2-A98B11D0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53100"/>
            <a:ext cx="4762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Type9 重构设计截图</a:t>
            </a:r>
          </a:p>
        </p:txBody>
      </p:sp>
    </p:spTree>
    <p:extLst>
      <p:ext uri="{BB962C8B-B14F-4D97-AF65-F5344CB8AC3E}">
        <p14:creationId xmlns:p14="http://schemas.microsoft.com/office/powerpoint/2010/main" val="1676993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B08CC7-CC3D-4021-B278-DE6938A9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1D183-F6A4-4849-ACCB-0BEA8266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9A6E8-5AB5-44FE-87E1-82E2A8D9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02 / SPECCODE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39BE1-EC6A-41D4-9831-B921C959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Type9 按 SpecCode 方式落地，AI 实现前先把客户规则结构化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FC4CA-D49E-4BB3-AD14-DA8B1843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AEABC-8FE3-4AD1-9130-067FCAB5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EDEF6-7FB3-4999-9D96-FE99BF13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B3097-AB58-4D54-8025-D856F37D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10477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客户规则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F589A-7EE7-4664-9E55-4EEFD0AF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0955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整理显示名、版型和边界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8378C-663F-4A82-A378-961812E2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2890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33E18-BC3A-4727-9915-34F35B80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72645-1A4A-4614-AF23-724F2354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0477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规格文档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AA686-CEC8-4CD1-8150-2E4D0FE9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20955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明确输入、规则和验收点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F1E6A-62E6-4C2A-BB13-745B3733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4805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14582-EE82-41DD-8041-F56EA246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516CB-F9C0-46D7-92FB-04ABA0A5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10477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生成代码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8F05E-EBBB-4863-B5E6-8361496E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20955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DE7FF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DDE7FF"/>
                </a:solidFill>
                <a:latin typeface="PingFang SC"/>
                <a:ea typeface="PingFang SC"/>
                <a:cs typeface="PingFang SC"/>
              </a:rPr>
              <a:t>按规格实现，不直接猜需求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E902F9-E975-4531-9AF0-9AC38BAD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6720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20B7E-7123-4D29-BA45-5D9E2DF2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C1407-EC00-4B2A-B776-B22E0A26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10477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人工验收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F7385-BC07-482D-A0B7-7D19408F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20955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编译、测试和代码复核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0caeb4e9f42a0"/>
          <a:stretch xmlns:a="http://schemas.openxmlformats.org/drawingml/2006/main"/>
        </p:blipFill>
        <p:spPr>
          <a:xfrm xmlns:a="http://schemas.openxmlformats.org/drawingml/2006/main">
            <a:off x="5956871" y="1695450"/>
            <a:ext cx="2945258" cy="4095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EBDEA-758C-4C04-953C-09169996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81700"/>
            <a:ext cx="4953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截图显示：客户规则被整理为结构化输入，并进入 Type9 实现流程。</a:t>
            </a:r>
          </a:p>
        </p:txBody>
      </p:sp>
    </p:spTree>
    <p:extLst>
      <p:ext uri="{BB962C8B-B14F-4D97-AF65-F5344CB8AC3E}">
        <p14:creationId xmlns:p14="http://schemas.microsoft.com/office/powerpoint/2010/main" val="26252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47D315-6CB6-460D-A8FE-E5EFB253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97B41-5F79-4E45-BEBD-BB7EC108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01388-0500-4A39-9AA8-31BD9F2E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03 / AI REFACTOR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7D206-38A4-456C-B852-FE61ABAF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Type8 / Type11 / Type12 已验证 AI 适合规则明确模块的规范化移植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D547C-7F0B-4A49-99B7-A6F71931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62852-6B51-4D08-B154-EFE2ECCB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6E919-1BFC-4941-99DA-E59C0E1D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619250" cy="1333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1A2EB-A456-4C8D-9C45-4A964224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DED1D-7A91-4D05-875C-F2319EDA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12001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5.0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14706-DEB5-4134-84F8-658E0555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12001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传统移植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1B003-77FA-4BE2-BCBF-148CF274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12001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Type8/11/12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B9DD0-396F-4DB7-8BEE-5CF06575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86000"/>
            <a:ext cx="3619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04D36-1722-46E0-9188-E47FF071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619250" cy="1333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90F48-7DB4-412A-A4D7-71A24B7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64D5C-DA75-45DC-87F5-932A7016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09800"/>
            <a:ext cx="12001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2.0 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E1FE5-C6CB-437D-A016-8DEB6677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28900"/>
            <a:ext cx="12001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辅助移植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C5854-7BFA-41AA-90B8-23E6E939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12001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验收后上库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BC89F-C0E4-4BAD-8879-4909E42E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7810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15183-08AA-4EBB-9BCF-1EC69106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5905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Type8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3ECCF-27C3-41EA-8AC0-370FA13E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14750"/>
            <a:ext cx="8191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8C7573-C949-4BCB-BD9E-48C0888A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52850"/>
            <a:ext cx="6286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Type11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5174E-FF92-4609-B090-9E80117D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8191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FEDE0B-31EC-41C2-9E23-441403FE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52850"/>
            <a:ext cx="6286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Type12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C1038-D8FD-481F-998C-E7CDDC8A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3429000" cy="552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74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规则清晰、字段边界明确、输出可比对的 SMBIOS 模块，更适合沉淀为 AI 辅助移植流程。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57ef1447e4269"/>
          <a:stretch xmlns:a="http://schemas.openxmlformats.org/drawingml/2006/main"/>
        </p:blipFill>
        <p:spPr>
          <a:xfrm xmlns:a="http://schemas.openxmlformats.org/drawingml/2006/main">
            <a:off x="5257800" y="1988780"/>
            <a:ext cx="2571750" cy="383294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6c6f377214ce5"/>
          <a:stretch xmlns:a="http://schemas.openxmlformats.org/drawingml/2006/main"/>
        </p:blipFill>
        <p:spPr>
          <a:xfrm xmlns:a="http://schemas.openxmlformats.org/drawingml/2006/main">
            <a:off x="8343900" y="2547563"/>
            <a:ext cx="2571750" cy="2715373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E6829C-2ED4-46D0-A58A-BBAD8D0F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019800"/>
            <a:ext cx="56578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截图显示：任务拆解、检查项和验证记录进入同一工作流。</a:t>
            </a:r>
          </a:p>
        </p:txBody>
      </p:sp>
    </p:spTree>
    <p:extLst>
      <p:ext uri="{BB962C8B-B14F-4D97-AF65-F5344CB8AC3E}">
        <p14:creationId xmlns:p14="http://schemas.microsoft.com/office/powerpoint/2010/main" val="1791964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257E3B-1E25-46D1-9885-3420D0C3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2CB64-A91D-4455-93BC-AE35F5A4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2358A-23F2-4A93-B90B-BAE05373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03 / MATERIAL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4C016-3F51-4F4A-922D-FAC85EAE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脚本将客户材料转为结构化输入，补齐内网模型材料读取短板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07564-BE06-4B14-AC21-8DE35D12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264B7-FE07-400A-A8B7-3304554F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D4F06-9B72-4276-B0EF-71ABDD10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131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26188-8EE8-4CBC-A3C4-9642483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192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当前痛点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D778F-5DEC-411A-98D9-6A6D53C7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8575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972AD-B8C6-49DF-8605-3DA9064D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0002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敏感材料不出内网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D8568-EA13-4DF6-9D99-5AF700DC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21336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客户 PPT / Word / 表格包含敏感信息，不能直接交给外网多模态模型处理。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42358-8AAB-4513-BF3B-3EF21B23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8575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38771-2C2A-44C3-9D23-AD36617A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20002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人工整理效率低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5BF28-1BFA-4081-A9AA-C3344B5B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21336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逐页阅读、截图比对、字段摘录较繁杂，提取慢且容易漏项。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BCB65-1649-4251-B866-B049A8F7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ADDBC-F5B2-4C8E-B904-1E42626A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57400"/>
            <a:ext cx="1143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D1B8F-8B66-4026-BA81-F1A83906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47875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PPT / 表格 / Word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12E65-7969-4A3F-B024-88477527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5270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9FC53-D890-4064-833C-C057A991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384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37E85-D129-4077-92B6-E9E1230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33700"/>
            <a:ext cx="1143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解析脚本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C23BD-2A37-43A7-8FF2-36DB67F7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24175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DE7FF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DDE7FF"/>
                </a:solidFill>
                <a:latin typeface="PingFang SC"/>
                <a:ea typeface="PingFang SC"/>
                <a:cs typeface="PingFang SC"/>
              </a:rPr>
              <a:t>PPT 规则提取</a:t>
            </a:r>
          </a:p>
          <a:p xmlns:a="http://schemas.openxmlformats.org/drawingml/2006/main">
            <a:pPr algn="l">
              <a:defRPr sz="938" b="0">
                <a:solidFill>
                  <a:srgbClr val="DDE7FF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DDE7FF"/>
                </a:solidFill>
                <a:latin typeface="PingFang SC"/>
                <a:ea typeface="PingFang SC"/>
                <a:cs typeface="PingFang SC"/>
              </a:rPr>
              <a:t>表格提取试点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15360-5FB7-4659-B7E0-33A32FB7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2900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874E5-B8FE-4402-8E15-F4783C53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9A55B1-AA62-4D98-9624-D7D33AD4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10000"/>
            <a:ext cx="1143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结构化结果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6EA5F9-EB1D-47F0-8FB9-3DE6252A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00475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CSV / Markdown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9AA1E9-8D45-4004-BFA1-8788FF26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0530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BD2536-56F2-423C-8296-0CAC490C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910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CB4A2-AA7F-4D52-97E1-0E60E8AD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86300"/>
            <a:ext cx="1143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内网模型读取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2583D4-F2EF-455D-A036-8B3D4A15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76775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规格整理</a:t>
            </a:r>
          </a:p>
          <a:p xmlns:a="http://schemas.openxmlformats.org/drawingml/2006/main">
            <a:pPr algn="l">
              <a:def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代码生成输入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5CD781-FA6E-4176-9044-0D9A5B38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9DF8F8-8898-4631-98D7-3BF50A4D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192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试点价值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DE851C-EDC5-4777-A137-6227AF6C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2628900" cy="9334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2A82DC-A1F3-4AB1-B79D-10D26D77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模型可读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A321E4-5F0C-415D-ACD7-90BDDB6A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18288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6377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把非结构化客户材料转成模型可直接读取的输入。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DA239B-B2EB-4139-AC8D-2032AEF4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09950"/>
            <a:ext cx="2628900" cy="9334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BB58C9-497B-464C-815F-4DAA788E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1238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来源可追溯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395043-DDD5-4785-AE4E-59FB6AAA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18288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6377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保留页码、表格位置和字段来源，便于工程师复核。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8BBED8-7048-48D5-8FED-E2452235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28900" cy="9334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F8FB4F-0C24-4913-AE0A-CDD8D264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38700"/>
            <a:ext cx="1333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后续 Skill 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847273-A05D-498D-93EC-9AA9D35B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81600"/>
            <a:ext cx="18288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6377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当前是脚本试点，后续沉淀为 opencode skill。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C39C87-C891-4854-A787-FF93B5D0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85725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当前定位：脚本先服务规则提取和人工复核，后续再沉淀为内网可调用的 opencode skill。</a:t>
            </a:r>
          </a:p>
        </p:txBody>
      </p:sp>
    </p:spTree>
    <p:extLst>
      <p:ext uri="{BB962C8B-B14F-4D97-AF65-F5344CB8AC3E}">
        <p14:creationId xmlns:p14="http://schemas.microsoft.com/office/powerpoint/2010/main" val="17580346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7D4739-A2E9-4A9E-8E02-EE0918BE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B3001-DED0-4149-9EDD-FE411AA8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BEDC6-10CC-475C-9807-402332FC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04 /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9D1C0-631B-4539-8D3C-23CCA23E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SMBIOS 验证从“人工多环境切换”沉淀为基于 opencode skills 的可追踪自动化流程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2BCD1-DC09-4954-B422-A598E766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FD08E-069C-405B-85A6-21986669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B4C32-E335-4AE4-9A35-61BAD575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777E0-80AB-40FF-B30A-6510F05D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022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旧方式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A1C00-74D9-4B7F-BC98-235B6310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57175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16754-B8FE-4EE4-A513-D4A28C85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人工刷写 + 手动比对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E5FA8-CF8C-4D47-85AE-1A351DD6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8097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环境切换、dmidecode 执行、日志整理依赖人工串联，过程难复盘。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6815C-4ED0-4402-A139-CADDFEEF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E2734-9248-470F-B475-D1A41BDB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952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新方式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32A61-4FAB-4370-A5C5-51C2A4BA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571750" cy="135255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76FA0-C7BD-43C6-A5CE-B80C810E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opencode + skills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3CF66-1E70-41D5-942B-E3911292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80975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将上传、校验、刷写、采集、报告生成串成可重复流程，关键动作留痕。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3AF3F-88BA-4DE7-BD53-A6171BC9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0980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D8038-C3B5-49BB-B12B-FD48549B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0980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6D429-B099-437A-BA26-9DAC4FA4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8125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B10B3-F898-483C-8607-A4D6571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28900"/>
            <a:ext cx="9906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BIOS 上传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24F12-55D0-4390-8D09-A616773C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29CA9-341A-4DB3-A45B-C7A42434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0980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7578C-0A81-4813-BDEA-C4A3ED9C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0980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9A1FC-9C1B-44D5-A8B6-C8200D09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8125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21B56-8B4B-4E40-BD92-845F4AAE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28900"/>
            <a:ext cx="9906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SHA256 校验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D4FEB-2B1A-408D-B615-E693090C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7650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2E8E05-E259-4637-9C35-6ADCD117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BEC0E1-C132-4426-AC99-EA836A47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2DFB4B-BF90-4535-8D73-E6329974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EB22F9-CA0F-434A-AC6E-95322D4C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28900"/>
            <a:ext cx="9906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远程刷写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38E707-0444-46BB-884A-9870A1DE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E7A585-A947-4C04-AE1D-B9F5E2ED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242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E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6E71E6-3759-48FC-B992-CBC0AFCE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2425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1264D6-0DF6-4AFA-9F4B-201D9799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957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F0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59F00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6165C5-311F-4F61-ABAC-BCAD74D3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43350"/>
            <a:ext cx="9906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人工确认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88E3F4-D0F5-4D28-BC4F-15398C7E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9095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F588DB-467E-45B6-B467-8EC1DF3C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242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22C80C-C871-43B2-A7F2-EC091D33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2425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FFB2AB-C991-4FE5-A81A-8B76D0DA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957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2ECC28-B60C-421D-A922-40B4A858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43350"/>
            <a:ext cx="9906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系统侧采集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0BA33B-19A0-4BEA-9AD0-049E83F1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9095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92C0D1-E90F-41B8-913F-2CEBE6DF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440252-7718-459B-9808-B846C88A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09FBC1-632D-4892-B92F-BA3B4DF3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957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4B0125-4EF4-43AB-8BCE-0A81148B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43350"/>
            <a:ext cx="9906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报告生成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49F53A-7CCB-423F-8A39-13BAF981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52650"/>
            <a:ext cx="219075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100D45-8DFD-46F7-BF6F-6AE7CAB6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过程可追踪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2503F7-421E-4428-9123-4D76D6CD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15240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刷写、采集、报告生成过程保留记录。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0C2580-E404-4E80-942B-2EC5B7CA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52850"/>
            <a:ext cx="219075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E86452-1382-42EA-BA11-C43AC9E6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8145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结果可复盘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D3A59B-79FB-4CE5-825A-196154BF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81500"/>
            <a:ext cx="15240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7619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dmidecode 输出可比对，便于回看问题差异。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23D130-F6F0-4FB4-8BD7-B9A886FD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95950"/>
            <a:ext cx="4953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下一页展示自动验证日志和 dmidecode 输出样例。</a:t>
            </a:r>
          </a:p>
        </p:txBody>
      </p:sp>
    </p:spTree>
    <p:extLst>
      <p:ext uri="{BB962C8B-B14F-4D97-AF65-F5344CB8AC3E}">
        <p14:creationId xmlns:p14="http://schemas.microsoft.com/office/powerpoint/2010/main" val="12467948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955621-A26D-48E3-9C0C-B3BDFE3D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9E189-D646-4286-A63B-07F51118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2D0F9-A179-463D-BA30-B84384DC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04 / SMBIOS VERIFY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09083-7C8C-444F-BA51-D6030130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SMBIOS 验证日志与 dmidecode 输出已形成可追溯记录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DF5C4-9919-4D43-940E-BA06CFDD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D8A4E-EE90-4176-B31E-DC7958B6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a8233769f469c"/>
          <a:stretch xmlns:a="http://schemas.openxmlformats.org/drawingml/2006/main"/>
        </p:blipFill>
        <p:spPr>
          <a:xfrm xmlns:a="http://schemas.openxmlformats.org/drawingml/2006/main">
            <a:off x="1732699" y="1752600"/>
            <a:ext cx="2744902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D2B37-7A5D-4906-BE4A-577680F7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00750"/>
            <a:ext cx="4000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自动验证日志：刷写、采集和报告生成过程可回看。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1da5155bd4b47"/>
          <a:stretch xmlns:a="http://schemas.openxmlformats.org/drawingml/2006/main"/>
        </p:blipFill>
        <p:spPr>
          <a:xfrm xmlns:a="http://schemas.openxmlformats.org/drawingml/2006/main">
            <a:off x="6450650" y="1752600"/>
            <a:ext cx="3615050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E05C4-9783-45B7-B862-25E5C130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000750"/>
            <a:ext cx="4095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dmidecode 输出：结果可比对，问题可复盘。</a:t>
            </a:r>
          </a:p>
        </p:txBody>
      </p:sp>
    </p:spTree>
    <p:extLst>
      <p:ext uri="{BB962C8B-B14F-4D97-AF65-F5344CB8AC3E}">
        <p14:creationId xmlns:p14="http://schemas.microsoft.com/office/powerpoint/2010/main" val="7663004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AA7412-2D11-45BE-AEF3-51AE4895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104EC-69E2-4FB0-9F3B-45426BC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8228F-A3F1-42A0-ACC0-8ADFE42B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05 / AI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D1FD5-E422-4E60-8B33-3E3360E9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Review 把模型分析过程留痕，工程师可以回看它如何判断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0ECDB-EFDC-4540-8205-6BAB3F94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387AD-0C2B-43BD-A744-1459EA9F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5F8E8-255B-47D2-98D2-FE9B8432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181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578FC-2FE3-4814-BCE0-EA92D7F7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361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D5CF4-601E-424B-9028-81F9203B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19300"/>
            <a:ext cx="1524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先理解变更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56ACA-08D7-477A-97D4-469F6FFB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20193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6377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先记录本次提交涉及的模块、改动范围和潜在影响。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28D4A-269C-4189-B868-0215D824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181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7D0E1-496E-4158-BD39-2FC22C4D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361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00A8C-4200-402C-AC8D-8A789D13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86100"/>
            <a:ext cx="1524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再形成线索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A993D-D56E-4C13-857A-2808B7E6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20193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6377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把上下文缺口、初始风险和候选问题统一沉淀。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C089D-3D8F-46ED-B36F-E095400D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181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E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B1A87-D5F5-46ED-B377-2E5606A5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61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81E73-B034-466E-B654-66D3E3D6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1524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最后给出处置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9CF70-23F0-4869-AD37-9E154A72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76750"/>
            <a:ext cx="20193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6377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每条风险都能看到进入正式、待确认或过滤的原因。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85bf61ba9443d"/>
          <a:stretch xmlns:a="http://schemas.openxmlformats.org/drawingml/2006/main"/>
        </p:blipFill>
        <p:spPr>
          <a:xfrm xmlns:a="http://schemas.openxmlformats.org/drawingml/2006/main">
            <a:off x="4636700" y="1752600"/>
            <a:ext cx="5985651" cy="2952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7A0F0-23AC-444C-851A-A7F8FE43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57750"/>
            <a:ext cx="65341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管理页可回看模型先理解了什么、请求补了哪些上下文、识别了哪些初始风险。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C0723-33B6-4DE8-BE70-67357648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149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04FF5-0B33-4B11-ABA3-2CC53502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67350"/>
            <a:ext cx="1066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代码变更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BBBCB6-C94E-43EF-A60E-47651A9C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410200"/>
            <a:ext cx="2667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5B0EF8-455A-4320-B0B6-EA018E3D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149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B3D643-48E1-44BE-9997-22A69D27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67350"/>
            <a:ext cx="1066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上下文补充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877BC4-5EBC-4A3A-925C-A82DF8E2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10200"/>
            <a:ext cx="2667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71DFAC-F15E-48D3-9793-39D409CE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149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E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327494-72C2-4A1B-9121-7B0BD120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67350"/>
            <a:ext cx="1066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风险账本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4C2772-F89D-4110-89EB-1FF429B8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410200"/>
            <a:ext cx="2667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5146B-6DFE-43BD-89D4-8CDE8E7E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3149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7C33EE-54D3-471B-BB8B-99C2F737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467350"/>
            <a:ext cx="1066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处置记录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1506C-6E9F-49D8-89D6-7AA5A0A9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85725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价值：不只看最终评论，还能解释“为什么没报 / 为什么降级 / 为什么需要人工确认”。</a:t>
            </a:r>
          </a:p>
        </p:txBody>
      </p:sp>
    </p:spTree>
    <p:extLst>
      <p:ext uri="{BB962C8B-B14F-4D97-AF65-F5344CB8AC3E}">
        <p14:creationId xmlns:p14="http://schemas.microsoft.com/office/powerpoint/2010/main" val="19914099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4D9CB5-D48B-4436-8C86-7AC8F086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8D225-8B63-47B8-ADF5-081E70BD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BDE80-BEDD-4AB0-9B38-D85F9F4B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05 / AI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EEA71-5E11-4E23-A927-353BB747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Review 将结果分为正式、待确认、已过滤，避免风险全部堆给工程师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0CD19-AD2C-4FFA-85B1-9A812556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4A9B6-90BC-49CD-AD45-49E6F112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55813-4163-4DE5-A5EF-D2460BE2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320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D1346-4AF4-40A5-B35A-853AC342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4DB6A-ED17-4BCB-825D-D3F4DF61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12382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正式问题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73A12-963B-47C5-AC00-1DC1A6A1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24193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证据充分，进入修复处理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11516-DE0D-4FC3-A4C3-18B6D944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71650"/>
            <a:ext cx="320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03C02-24AD-43AF-A342-F97BDB2B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716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9F8C4-0D5B-4D1B-AC3A-BBF440C6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81200"/>
            <a:ext cx="12382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81270-D376-4834-A684-D1284735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24193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线索有效，等待人工判断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4115F-2438-4B13-AB98-ADE892F1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71650"/>
            <a:ext cx="320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D1E2F-6C3F-4E25-8EFF-B24B0713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716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455A0-365E-449C-A9E6-8022EF8A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12382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已过滤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CF861-422F-4C71-8EFC-33A8851A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24193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548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重复、低价值或证据不足，不进入正式评论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5a5aa9d2c4c5b"/>
          <a:stretch xmlns:a="http://schemas.openxmlformats.org/drawingml/2006/main"/>
        </p:blipFill>
        <p:spPr>
          <a:xfrm xmlns:a="http://schemas.openxmlformats.org/drawingml/2006/main">
            <a:off x="647700" y="3086788"/>
            <a:ext cx="3390900" cy="1636924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6B9C38-B58A-46C7-9437-733262DA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33909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正式：证据明确的问题进入用户可见 Review。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aedb8c3a244fa"/>
          <a:stretch xmlns:a="http://schemas.openxmlformats.org/drawingml/2006/main"/>
        </p:blipFill>
        <p:spPr>
          <a:xfrm xmlns:a="http://schemas.openxmlformats.org/drawingml/2006/main">
            <a:off x="4400550" y="3073451"/>
            <a:ext cx="3390900" cy="1663598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442B16-DC62-42E3-9DE3-56F9FF77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76800"/>
            <a:ext cx="33909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待确认：保留有效线索，交给人工复核。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23065fe9f4ca7"/>
          <a:stretch xmlns:a="http://schemas.openxmlformats.org/drawingml/2006/main"/>
        </p:blipFill>
        <p:spPr>
          <a:xfrm xmlns:a="http://schemas.openxmlformats.org/drawingml/2006/main">
            <a:off x="8153400" y="3085918"/>
            <a:ext cx="3390900" cy="163866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046D13-9CE3-4DFF-A343-3136B8C8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33909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已过滤：保留排除原因，后续可复盘。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090A49-B300-48B8-A515-C475B465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76900"/>
            <a:ext cx="895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6515C-4BC0-4CBF-B788-71A65795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10250"/>
            <a:ext cx="84201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价值：减少噪音、保留判断依据，让“模型看到了什么”和“最终为什么这么展示”都能被追踪。</a:t>
            </a:r>
          </a:p>
        </p:txBody>
      </p:sp>
    </p:spTree>
    <p:extLst>
      <p:ext uri="{BB962C8B-B14F-4D97-AF65-F5344CB8AC3E}">
        <p14:creationId xmlns:p14="http://schemas.microsoft.com/office/powerpoint/2010/main" val="19483851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0AC02-190E-4695-A9F6-FA242B98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7FE0C-A40F-4121-9777-BCB55543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FD252-D348-4C42-8297-37ED6075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407DD-1AE2-4E14-B733-7D33A045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下一步计划：围绕 SMBIOS 场景沉淀 AI 辅助开发与排查闭环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E40AF-38C2-4DFE-BEB5-4F07112E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D8C1E-0DE8-4670-B19F-1E67DDC0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97068-0539-42A5-BBE1-CD49D663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45339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802A6-A63F-45B7-ADDF-6C493BE7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453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F6017-2FAC-4E28-8BBD-E5E3D649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66950"/>
            <a:ext cx="3143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开发侧：规格驱动代码生成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D9488-5718-4863-A469-F210B99C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3714750" cy="742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客户规则结构化 -&gt; SpecCode -&gt; opencode skills -&gt; 代码生成 -&gt; 自我验证 -&gt; 人工检查 -&gt; 上库。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F56B1-A441-4CF8-863D-A391E799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45339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73D00-DB88-417A-9BF8-263551B1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453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22BC0-AEBB-421E-A5CF-242B9210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66950"/>
            <a:ext cx="3143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测试侧：可观测问题辅助排查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0FCB2-4032-4033-8F79-30528341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3714750" cy="742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验证结果 -&gt; dmidecode / log -&gt; Agent 汇总代码与配置线索 -&gt; 工程师判断处理 -&gt; 复测留痕。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D1C99-5287-4DE5-9809-B266721E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9639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1693D-67B9-48D9-8A31-CE744C14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0150"/>
            <a:ext cx="952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边界控制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55BE3-89B3-465F-9EFD-4100440E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00625"/>
            <a:ext cx="7524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93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聚焦 SMBIOS 显示、字段、客户可见信息一致性问题；AI 负责生成线索和建议，最终改动与验证由工程师确认。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B8118-34D3-4079-A341-47661192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91200"/>
            <a:ext cx="9144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目标：把可复用的开发方法和可复盘的排查路径沉淀下来，逐步缩短同类 SMBIOS 问题的首轮定位时间。</a:t>
            </a:r>
          </a:p>
        </p:txBody>
      </p:sp>
    </p:spTree>
    <p:extLst>
      <p:ext uri="{BB962C8B-B14F-4D97-AF65-F5344CB8AC3E}">
        <p14:creationId xmlns:p14="http://schemas.microsoft.com/office/powerpoint/2010/main" val="1561804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2026-06-01T01:56:48.2000000Z</dcterms:created>
  <dcterms:modified xsi:type="dcterms:W3CDTF">2026-06-01T01:56:48.2000000Z</dcterms:modified>
</coreProperties>
</file>