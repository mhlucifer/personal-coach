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0ec8672c94bd4" /><Relationship Type="http://schemas.openxmlformats.org/officeDocument/2006/relationships/extended-properties" Target="/docProps/app.xml" Id="R48368efa0443450d" /><Relationship Type="http://schemas.openxmlformats.org/officeDocument/2006/relationships/officeDocument" Target="/ppt/presentation.xml" Id="R1eab284e021644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d52ae05014e28"/>
  </p:sldMasterIdLst>
  <p:notesMasterIdLst>
    <p:notesMasterId xmlns:r="http://schemas.openxmlformats.org/officeDocument/2006/relationships" r:id="Re800e32c9e014e01"/>
  </p:notesMasterIdLst>
  <p:sldIdLst>
    <p:sldId xmlns:r="http://schemas.openxmlformats.org/officeDocument/2006/relationships" id="256" r:id="Rf9f57ef34758479a"/>
    <p:sldId xmlns:r="http://schemas.openxmlformats.org/officeDocument/2006/relationships" id="257" r:id="R2b1e4a32ebf54187"/>
    <p:sldId xmlns:r="http://schemas.openxmlformats.org/officeDocument/2006/relationships" id="258" r:id="R29d2984245ad4e14"/>
    <p:sldId xmlns:r="http://schemas.openxmlformats.org/officeDocument/2006/relationships" id="259" r:id="R2bd9fa72cffc4f07"/>
    <p:sldId xmlns:r="http://schemas.openxmlformats.org/officeDocument/2006/relationships" id="260" r:id="Rb4fe0576500f46bd"/>
    <p:sldId xmlns:r="http://schemas.openxmlformats.org/officeDocument/2006/relationships" id="261" r:id="R5903e3fbdbc04dfe"/>
    <p:sldId xmlns:r="http://schemas.openxmlformats.org/officeDocument/2006/relationships" id="262" r:id="R8bdbecaf2d5d42a3"/>
    <p:sldId xmlns:r="http://schemas.openxmlformats.org/officeDocument/2006/relationships" id="263" r:id="R2a4d58637dd94269"/>
    <p:sldId xmlns:r="http://schemas.openxmlformats.org/officeDocument/2006/relationships" id="264" r:id="Rfb0a3b8ec1fa4ca9"/>
    <p:sldId xmlns:r="http://schemas.openxmlformats.org/officeDocument/2006/relationships" id="265" r:id="R314eccfcf752449b"/>
    <p:sldId xmlns:r="http://schemas.openxmlformats.org/officeDocument/2006/relationships" id="266" r:id="Rf514b0f9b00d4700"/>
    <p:sldId xmlns:r="http://schemas.openxmlformats.org/officeDocument/2006/relationships" id="267" r:id="R49bc9948f34a49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d52ae05014e28" /><Relationship Type="http://schemas.openxmlformats.org/officeDocument/2006/relationships/theme" Target="/ppt/theme/theme1.xml" Id="Ra606e35fd8084de5" /><Relationship Type="http://schemas.openxmlformats.org/officeDocument/2006/relationships/notesMaster" Target="/ppt/notesMasters/notesMaster1.xml" Id="Re800e32c9e014e01" /><Relationship Type="http://schemas.openxmlformats.org/officeDocument/2006/relationships/presProps" Target="/ppt/presProps.xml" Id="R2fe66ccd6c17418b" /><Relationship Type="http://schemas.openxmlformats.org/officeDocument/2006/relationships/viewProps" Target="/ppt/viewProps.xml" Id="Re873343dcbb8490f" /><Relationship Type="http://schemas.openxmlformats.org/officeDocument/2006/relationships/tableStyles" Target="/ppt/tableStyles.xml" Id="Rf2ad2e382fd743e6" /><Relationship Type="http://schemas.openxmlformats.org/officeDocument/2006/relationships/slide" Target="/ppt/slides/slide1.xml" Id="Rf9f57ef34758479a" /><Relationship Type="http://schemas.openxmlformats.org/officeDocument/2006/relationships/slide" Target="/ppt/slides/slide2.xml" Id="R2b1e4a32ebf54187" /><Relationship Type="http://schemas.openxmlformats.org/officeDocument/2006/relationships/slide" Target="/ppt/slides/slide3.xml" Id="R29d2984245ad4e14" /><Relationship Type="http://schemas.openxmlformats.org/officeDocument/2006/relationships/slide" Target="/ppt/slides/slide4.xml" Id="R2bd9fa72cffc4f07" /><Relationship Type="http://schemas.openxmlformats.org/officeDocument/2006/relationships/slide" Target="/ppt/slides/slide5.xml" Id="Rb4fe0576500f46bd" /><Relationship Type="http://schemas.openxmlformats.org/officeDocument/2006/relationships/slide" Target="/ppt/slides/slide6.xml" Id="R5903e3fbdbc04dfe" /><Relationship Type="http://schemas.openxmlformats.org/officeDocument/2006/relationships/slide" Target="/ppt/slides/slide7.xml" Id="R8bdbecaf2d5d42a3" /><Relationship Type="http://schemas.openxmlformats.org/officeDocument/2006/relationships/slide" Target="/ppt/slides/slide8.xml" Id="R2a4d58637dd94269" /><Relationship Type="http://schemas.openxmlformats.org/officeDocument/2006/relationships/slide" Target="/ppt/slides/slide9.xml" Id="Rfb0a3b8ec1fa4ca9" /><Relationship Type="http://schemas.openxmlformats.org/officeDocument/2006/relationships/slide" Target="/ppt/slides/slide10.xml" Id="R314eccfcf752449b" /><Relationship Type="http://schemas.openxmlformats.org/officeDocument/2006/relationships/slide" Target="/ppt/slides/slide11.xml" Id="Rf514b0f9b00d4700" /><Relationship Type="http://schemas.openxmlformats.org/officeDocument/2006/relationships/slide" Target="/ppt/slides/slide12.xml" Id="R49bc9948f34a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99ff389601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a9e8a68a24724" /><Relationship Type="http://schemas.openxmlformats.org/officeDocument/2006/relationships/notesMaster" Target="/ppt/notesMasters/notesMaster1.xml" Id="Rfc86dee5011e42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cad8dceb0448c" /><Relationship Type="http://schemas.openxmlformats.org/officeDocument/2006/relationships/notesMaster" Target="/ppt/notesMasters/notesMaster1.xml" Id="Rb41ef6829a17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e56b4c203417d" /><Relationship Type="http://schemas.openxmlformats.org/officeDocument/2006/relationships/notesMaster" Target="/ppt/notesMasters/notesMaster1.xml" Id="Re79487270480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1b7fc49b7a4416" /><Relationship Type="http://schemas.openxmlformats.org/officeDocument/2006/relationships/notesMaster" Target="/ppt/notesMasters/notesMaster1.xml" Id="Rd4663b0508da42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278010c7b4a67" /><Relationship Type="http://schemas.openxmlformats.org/officeDocument/2006/relationships/notesMaster" Target="/ppt/notesMasters/notesMaster1.xml" Id="Rc7749eda7cd04c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ab975acb114711" /><Relationship Type="http://schemas.openxmlformats.org/officeDocument/2006/relationships/notesMaster" Target="/ppt/notesMasters/notesMaster1.xml" Id="R1bdbd1f86208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ba23b8ce004146" /><Relationship Type="http://schemas.openxmlformats.org/officeDocument/2006/relationships/notesMaster" Target="/ppt/notesMasters/notesMaster1.xml" Id="R66e12ff3d3af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4efbf27fd4afa" /><Relationship Type="http://schemas.openxmlformats.org/officeDocument/2006/relationships/notesMaster" Target="/ppt/notesMasters/notesMaster1.xml" Id="R8767fe54d868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0fcb643b794cc2" /><Relationship Type="http://schemas.openxmlformats.org/officeDocument/2006/relationships/notesMaster" Target="/ppt/notesMasters/notesMaster1.xml" Id="R1ae98b7129b941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47f364a024b1e" /><Relationship Type="http://schemas.openxmlformats.org/officeDocument/2006/relationships/notesMaster" Target="/ppt/notesMasters/notesMaster1.xml" Id="Rad1eae5133864e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d9f86036164652" /><Relationship Type="http://schemas.openxmlformats.org/officeDocument/2006/relationships/notesMaster" Target="/ppt/notesMasters/notesMaster1.xml" Id="Rfabe629005df41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bf788d5084d8a" /><Relationship Type="http://schemas.openxmlformats.org/officeDocument/2006/relationships/notesMaster" Target="/ppt/notesMasters/notesMaster1.xml" Id="Rc1552de50a3b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5742f48b042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583ea89974b4847" /><Relationship Type="http://schemas.openxmlformats.org/officeDocument/2006/relationships/slideLayout" Target="/ppt/slideLayouts/slideLayout2.xml" Id="R7837d89dc2e7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7d89dc2e7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9c6b942634c2d" /><Relationship Type="http://schemas.openxmlformats.org/officeDocument/2006/relationships/notesSlide" Target="/ppt/notesSlides/notesSlide1.xml" Id="R84319dddaa5547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c1be44b564995" /><Relationship Type="http://schemas.openxmlformats.org/officeDocument/2006/relationships/notesSlide" Target="/ppt/notesSlides/notesSlide2.xml" Id="Rccbe395619494b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98857fedf4e70" /><Relationship Type="http://schemas.openxmlformats.org/officeDocument/2006/relationships/notesSlide" Target="/ppt/notesSlides/notesSlide3.xml" Id="R541ea46b0f6d40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851adf21049a1" /><Relationship Type="http://schemas.openxmlformats.org/officeDocument/2006/relationships/notesSlide" Target="/ppt/notesSlides/notesSlide4.xml" Id="Re553c59ddc05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b4a11fe4a43c8" /><Relationship Type="http://schemas.openxmlformats.org/officeDocument/2006/relationships/notesSlide" Target="/ppt/notesSlides/notesSlide5.xml" Id="R19318b9a7d63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4ece48d6d4d33" /><Relationship Type="http://schemas.openxmlformats.org/officeDocument/2006/relationships/image" Target="/ppt/media/image.png" Id="Rc4bb7d03ffd74e38" /><Relationship Type="http://schemas.openxmlformats.org/officeDocument/2006/relationships/notesSlide" Target="/ppt/notesSlides/notesSlide6.xml" Id="R1cb43d09930e42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ef7e20bab4d4e" /><Relationship Type="http://schemas.openxmlformats.org/officeDocument/2006/relationships/image" Target="/ppt/media/image2.png" Id="R50990e645f7446f2" /><Relationship Type="http://schemas.openxmlformats.org/officeDocument/2006/relationships/notesSlide" Target="/ppt/notesSlides/notesSlide7.xml" Id="R84ad5f30681a4c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4632cf07f34fea" /><Relationship Type="http://schemas.openxmlformats.org/officeDocument/2006/relationships/image" Target="/ppt/media/image3.png" Id="R3691ff396f6c4a4e" /><Relationship Type="http://schemas.openxmlformats.org/officeDocument/2006/relationships/image" Target="/ppt/media/image4.png" Id="R527a09cc4dae4a32" /><Relationship Type="http://schemas.openxmlformats.org/officeDocument/2006/relationships/notesSlide" Target="/ppt/notesSlides/notesSlide8.xml" Id="Rfa97f18e08c9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0da5f39094ff5" /><Relationship Type="http://schemas.openxmlformats.org/officeDocument/2006/relationships/image" Target="/ppt/media/image5.png" Id="R7e711d70fc7e41d0" /><Relationship Type="http://schemas.openxmlformats.org/officeDocument/2006/relationships/image" Target="/ppt/media/image6.png" Id="R4d5bcb2e714a4cd9" /><Relationship Type="http://schemas.openxmlformats.org/officeDocument/2006/relationships/notesSlide" Target="/ppt/notesSlides/notesSlide9.xml" Id="R701ee391aa2e48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e77833acaa4247" /><Relationship Type="http://schemas.openxmlformats.org/officeDocument/2006/relationships/notesSlide" Target="/ppt/notesSlides/notesSlide10.xml" Id="Rde50f51038754a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4ec661bb74dba" /><Relationship Type="http://schemas.openxmlformats.org/officeDocument/2006/relationships/notesSlide" Target="/ppt/notesSlides/notesSlide11.xml" Id="Raf6e442ac9594b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f4ba9cda154488" /><Relationship Type="http://schemas.openxmlformats.org/officeDocument/2006/relationships/notesSlide" Target="/ppt/notesSlides/notesSlide12.xml" Id="R72279c4c42d545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0FB9BB-6DF7-4D4C-ADC8-660D2EA2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D5E36-3D30-4E0B-8E69-CF6CC03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D73B7-A567-4F3A-B687-BACCFBD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33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7BF34-3FB2-4DB0-B56B-1BAD4E07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38250"/>
            <a:ext cx="7048500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BIOS / SMBIOS 适配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840AC-A8BB-47EE-9697-A7448930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与 AI 辅助工程闭环阶段汇报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455A6-FBDA-404D-A741-4991D61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7429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客户需求交付 · SMBIOS 适配重构 · AI 辅助开发验证复核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B0A90-A4DD-4B4C-822F-3C94890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22BCB-9049-4161-98CF-92E9C67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71600"/>
            <a:ext cx="1390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CC37D-AB7A-4B23-8608-8188F633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26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SMBIOS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96F58-18FC-4318-AD56-C7DD21A1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8191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000D4-317E-491D-9F50-1FBAD53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71A7-C33A-46B0-94A7-7C07BC6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273140"/>
                </a:solidFill>
                <a:latin typeface="Menlo"/>
                <a:ea typeface="Menlo"/>
                <a:cs typeface="Menlo"/>
              </a:rPr>
              <a:t>2026 年 5 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0186A-8E23-4093-A71A-C821D2D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研发工程组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B1280-1046-43C3-9FF9-FDDCF1A7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SWISS ENGINEERING REPORT</a:t>
            </a:r>
          </a:p>
        </p:txBody>
      </p:sp>
    </p:spTree>
    <p:extLst>
      <p:ext uri="{BB962C8B-B14F-4D97-AF65-F5344CB8AC3E}">
        <p14:creationId xmlns:p14="http://schemas.microsoft.com/office/powerpoint/2010/main" val="1182961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A62C1-5ED8-4A9F-B5C8-4269CD4E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E0A3-CF1A-4E2E-A54F-3FAB38E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B9F1C-0965-46B6-8785-01C9B108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F95F4-83C6-44BD-AEAF-826A066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本阶段完成客户可见信息适配，并跑通 SMBIOS 场景的 AI 辅助工程闭环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045F2-1037-4B35-A2C9-8DDB792A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0125-6CDF-4A4F-9E10-275794C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4EEA9-AEAF-4A8F-91A0-7CB46645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A2550-1FA1-4559-B4E6-DADC254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29F2E-972B-4477-9DB0-254996FE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F17DE-6FDE-4765-B10F-7F8960F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客户问题闭环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CF100-25F6-4DB8-9A04-B0CAA11C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V3 遗留显示问题与 V5 新增问题单进入阶段处理，客户可见字段按需求适配。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8B708-CDCA-43EE-BFCD-A2651735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18AF9-9A99-4A9A-BE15-9A291E4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91EDE-257D-4CA3-B8A3-B6EF562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B8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12B8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AF769-8CE7-4B89-A085-B7C8400A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辅助提效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B5E28-9C65-453D-843D-69A316F7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Type8 / Type9 / Type11 / Type12 等 SMBIOS 模块进入 AI 辅助重构流程。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D188E-6E96-4D8B-ADFB-C0BD46D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2766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610D7-A3C1-43CF-A1E5-0FC5DCA4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EFE9E-DC94-409A-B99E-4561B20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5143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F00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F59F0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851FF-1175-457F-BC3F-A3461F3F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000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质量过程可追踪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284C9-3D69-4166-A7F5-E43114F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7813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SMBIOS 自动验证和 AI Review 开始沉淀日志、报告和风险处置记录。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FC8B9-B971-4373-9C48-9993BD4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0DB37-EEC6-475B-B9CE-1565774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5BF34-6837-407E-9EF1-93F91E5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72050"/>
            <a:ext cx="8382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AI 提效聚焦 SMBIOS 规则清晰、结果可比对的场景，不扩展为所有 BIOS 问题自动修复。</a:t>
            </a:r>
          </a:p>
        </p:txBody>
      </p:sp>
    </p:spTree>
    <p:extLst>
      <p:ext uri="{BB962C8B-B14F-4D97-AF65-F5344CB8AC3E}">
        <p14:creationId xmlns:p14="http://schemas.microsoft.com/office/powerpoint/2010/main" val="1109093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977E5-C6D0-468E-AA91-7FF2EC4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63ABD-9865-4065-8D85-AB7FC15A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2282C-5DD1-4BEE-91D0-F5A3E44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CC521-29C8-48EC-900D-8B8B320B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本次汇报围绕工作成果、重点工作和下一步计划展开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E7B4E-8BF7-4F08-A9B4-3249C7F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3B421-FF77-4B38-A67A-390044C8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5233C-98F9-4A05-B21E-988079F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CB9E5-E538-4E3E-B2FB-552D85C3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12F97-E778-4006-B455-9030D918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A7119-1D22-4478-B945-419D57EE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客户需求响应、问题单闭环、AI 辅助工程闭环试点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A6704-619B-4FAF-B782-0FB9AFCB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82207-D6B1-4BB2-A008-C0018FF4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CC685-2B8B-4335-A10C-25629A2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2897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5BBF9-6B76-48EE-8C77-2B148D51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Type9 重构、自动化验证、Type8/11/12 规范化移植、AI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1B2CF-AFDE-4DE0-B1A8-989C3B3A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2752A-A12F-4D23-A87D-8764C22F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525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31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4D7FF-E94F-4116-9837-876A24D2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383A5-6424-487D-BB46-277B7584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5524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沉淀 SMBIOS 开发生成和测试问题修复两条 Agent 工作流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5CAFE-250A-45D1-9163-0087991C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</p:spTree>
    <p:extLst>
      <p:ext uri="{BB962C8B-B14F-4D97-AF65-F5344CB8AC3E}">
        <p14:creationId xmlns:p14="http://schemas.microsoft.com/office/powerpoint/2010/main" val="818854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7826F-BB80-4663-8B9A-750CA26D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8B5E1-8264-42B7-9162-6B06C2E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60D25-6EE4-480B-83F0-867625E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 / WORK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748F3-A7A5-417F-9047-17E8858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V5 SMBIOS 客户可见字段适配和新增问题单完成阶段处理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7B25-5A00-4AF1-8837-1F8CC347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2ADD0-4B00-4D83-90F5-884743C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2A310-5A05-4C60-ABFE-FA37AD4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5D756-2EC4-4EF9-8DD8-8CACF62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58877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56D4-1C99-4971-BB14-A4AEC06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066925"/>
            <a:ext cx="53244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0DDB2-54AC-4AB9-9781-74908B69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2066925"/>
            <a:ext cx="24974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154C2-EDC8-4325-A25C-E24AA05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1D491-A392-4337-B61F-27102D2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V3 遗留问题闭环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554A5-61D0-4DAA-AF1D-1851CE8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857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修复 7 项 SMBIOS 显示问题，覆盖显示名异常、字段缺失、不显示等。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1C89-9E08-4C8F-B61E-A34518C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2895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07C49-514A-49CE-82F6-64DC9174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2933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F0364-6E32-4075-A604-245CF243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6F34F-7BD7-4741-B89C-F808B7E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V5 新增问题单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937C4-3213-4594-82C8-84B889E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619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按客户新增需求完成代码调整和目标环境验证。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46B5F-8BFF-4037-9C73-53E3026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3657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80212-EBAF-4268-A9E2-D7411C5F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3695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问题单已关闭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CB477-FB64-40C2-94DF-BA4C9E78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893B5-10BB-4A7A-B90B-B70CAE71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Type2 主板信息上报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8D07-8DF2-402C-B2E2-A78CBCB3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381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整合 PCB / BOARD / SKU 等客户可见字段。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41894-5F26-49E8-9493-8580366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4419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54057-C448-4BD6-89DF-44BE191D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4457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82979-CC2C-4930-8566-508E2FE9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B3CCB-4B24-4DC8-AB25-8F1BAC8E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58877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Type11 OEM 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AC495-772D-4743-B382-B81E3E5D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5143500"/>
            <a:ext cx="53244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动态上报 TDX 相关 OEM 扩展信息。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E281E-B2A3-449C-BF68-AF4D5680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695" y="5181600"/>
            <a:ext cx="238315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B963D-E381-46D1-B799-3147A1B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945" y="5219700"/>
            <a:ext cx="21926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已上库</a:t>
            </a:r>
          </a:p>
        </p:txBody>
      </p:sp>
    </p:spTree>
    <p:extLst>
      <p:ext uri="{BB962C8B-B14F-4D97-AF65-F5344CB8AC3E}">
        <p14:creationId xmlns:p14="http://schemas.microsoft.com/office/powerpoint/2010/main" val="1700053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BD00D-D6C1-4003-B094-C0948F93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0DE7C-8596-4F30-9232-8E96F191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A3555-282C-49F3-BC8D-816BD58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01 / WORK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C525-70F6-4A65-A2F6-77D99A7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辅助已进入 SMBIOS 开发、验证、AI Review 流程，但仍由工程师确认结果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41BEB-C13A-45EC-9B79-F0BCC9DA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45B4-EFBC-4B42-8E95-33E869D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000B2-3E16-4F1D-8A43-66E40A4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AD4E2-571B-48C7-8C60-057F016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客户规则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1B566-29FA-492B-BAB9-8B412AA6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397B4-FDF0-4256-9F7B-FCA2B4D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74438-C86B-4EFC-BC48-43B76EA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辅助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12B25-8639-4F2F-BB40-47CD5D5B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4D43E-C9DE-42C2-BDFB-799E0D8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7AD36-395F-41C8-B61B-C172739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F9F91-79BC-466C-BC1C-810463BB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4837E-CC77-47D9-8038-461A0D8A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296C8-02F8-4FF7-BFCA-6B5FF02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3C6D8-72FC-4C8D-8E39-33E125A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24323-51C6-4DD3-ADB8-F89B2B6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52650"/>
            <a:ext cx="1428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234CA-8B5F-4BA5-B2A9-E0917E4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2001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经验回流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9BE23-937D-426D-BE84-BB98D35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3A27E-BD5A-4C37-BCCD-FA03B42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6B490-3729-4A7C-84B2-5A1208A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1,504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F20A3-6A1A-4A05-9575-A32850B3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行实现代码量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34765-FFEF-4B10-8352-66F4D8A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Type9 相关规模参考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3202A-6247-4DA5-8868-B495A3E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7F6DD-21E1-41E5-A8C1-D5FDC9F0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930BA-4508-452C-B43A-1DDB5F4E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B886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2B886"/>
                </a:solidFill>
                <a:latin typeface="Menlo"/>
                <a:ea typeface="Menlo"/>
                <a:cs typeface="Menlo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2D032C-F98B-411F-9C58-1BBD71A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类数据采集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CFCED-6F43-424C-A742-5EFB99B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SMBIOS 自动验证范围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3EA0C-4FDE-4B81-BFD8-D37C0970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622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98353-30A5-4B4B-954C-5B648340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A39F9-720C-468B-93AF-B748635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3431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F00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59F00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754995-112A-48FE-AB50-FD9A0603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23431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正式误报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46B1E-D2CA-436F-9E64-FBE1EA5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3431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当前回归样本范围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02306-DA46-4F09-BFEF-810E01B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当前定位是辅助实现、辅助验证、辅助复核，不替代工程师判断。</a:t>
            </a:r>
          </a:p>
        </p:txBody>
      </p:sp>
    </p:spTree>
    <p:extLst>
      <p:ext uri="{BB962C8B-B14F-4D97-AF65-F5344CB8AC3E}">
        <p14:creationId xmlns:p14="http://schemas.microsoft.com/office/powerpoint/2010/main" val="332929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EF125-75E0-4597-B86E-F4E1E0FB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84625-E834-4EFF-B9DC-A485020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2DC8E-E9F5-4725-BF12-6BAA3B69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 / TYPE9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04823-EADA-4E7B-BF88-1326689F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Type9 多版型适配从“重复改代码”转为“维护显示规则”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F491C-2E05-4008-9F15-0F5602FC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4E0A7-EBB9-42CE-A8A8-B04FE427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13FF7-8EC5-486B-8394-23DC609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15C32-3C1B-4BF4-B2DD-DB9C4A9F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改造前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E569C-30B8-4598-A5C6-108E5C4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3812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432EA-6860-4DD5-82BF-7230978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934F1-97DD-4F00-B696-9EBE0C0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16573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板型、部署模式、节点配置散落在代码分支中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E1ECA-EA56-4F42-BAD0-346C7461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4D1DB-08D2-4E34-BA9D-F136D4D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6573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新增版型需要继续改主流程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AEC8C-74BA-4C4B-A987-E6D7DEE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F2BC8-D980-46B9-8B04-84077A7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改造后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D8C82-3D25-4CF0-8448-096425A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38125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13821-58E8-487F-93A8-C5DEF83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DE08B-98B2-424B-8848-E199FED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1657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差异集中到显示规则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37454-D0C7-42B7-A12D-F4D2089B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6A0C7-C7E8-4411-9E2B-CC0E912C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6573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主流程只负责采集、选择、生成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48649-CB32-44D3-9C35-5804800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71450" tIns="114300" rIns="171450" bIns="76200" anchor="ctr">
            <a:normAutofit fontScale="9098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EA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3EA8"/>
                </a:solidFill>
                <a:latin typeface="PingFang SC"/>
                <a:ea typeface="PingFang SC"/>
                <a:cs typeface="PingFang SC"/>
              </a:rPr>
              <a:t>底层槽位信息 → 统一槽位编号 → 显示规则 → 客户可见槽位名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91C1E-9970-466A-B89E-67F7EA89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0482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新增版型优先补显示规则，不反复改核心流程；减少现场拼接显示名带来的误显示风险。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b7d03ffd74e38"/>
          <a:stretch xmlns:a="http://schemas.openxmlformats.org/drawingml/2006/main"/>
        </p:blipFill>
        <p:spPr>
          <a:xfrm xmlns:a="http://schemas.openxmlformats.org/drawingml/2006/main">
            <a:off x="7352802" y="1885950"/>
            <a:ext cx="2744195" cy="37909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29531-BF25-45E8-B74A-82725119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53100"/>
            <a:ext cx="4762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Type9 重构设计截图</a:t>
            </a:r>
          </a:p>
        </p:txBody>
      </p:sp>
    </p:spTree>
    <p:extLst>
      <p:ext uri="{BB962C8B-B14F-4D97-AF65-F5344CB8AC3E}">
        <p14:creationId xmlns:p14="http://schemas.microsoft.com/office/powerpoint/2010/main" val="803446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C2B00-013D-4AEA-AF1E-66CCDC17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01D9D-BC90-4CB6-ABDD-CE9838E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8DF68-6179-43FB-B1FB-A3CF796A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02 / SPEC-DRIVEN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7736-947D-4A2B-A03D-DB9B17F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Type9 重构通过“规格先行、AI 辅助生成、人工验收”完成落地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66009-2C7D-4C1E-BCC6-DDCE262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4F7B-5E66-43D7-8560-85816B4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1F924-E445-44C1-9498-A074547E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28317-53B8-4937-A191-3E963D3D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DF1EC-F2D0-4897-A86B-4749B3A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8600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E6340-D067-40CE-92D2-69FFF90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5FE6F-70B8-454A-AD68-43D5A39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结构化规则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FC56A-2F2A-4249-A3E3-19A83438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8600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2461A-DFBC-439A-9865-E90F36F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93B3C-FDFA-460B-BD78-F6B3785D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设计文档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CDC42-8C61-4373-9CB3-FAEC77E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CC51C-39FD-4711-AED7-9DEEA341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辅助实现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245E6-3667-4618-A794-BC76B6F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99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B90DD-CDCE-4021-9968-6A3F1940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A99C1-12B0-4195-9A5E-0A0BBBDD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2A80A-180D-4CDD-B33C-6DF4F2D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247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087AA-BD86-4CCB-97B9-4F4EEFCC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19450"/>
            <a:ext cx="1352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4DCAD-EB8F-4479-84BF-F6F325E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11239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F9138-4ECE-4EAD-9B8D-B6BA88E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F3D18-AE50-4AE4-83B2-418C96B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规则点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66090-8342-4D04-9ED5-821ACF36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DC658-8117-4C9E-8222-886A853A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22288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规则冲突提前报错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7437A-A49B-4DA8-8135-98D61127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D1A80-57C7-48A1-AA03-54379A16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22288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异常路径可追踪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59DED-F0CC-4092-82C5-B823C4D7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95C30-1715-406D-9CD6-474EB61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48250"/>
            <a:ext cx="22288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典型版型回归验证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80851-FDA9-4F4A-9732-0FB056FF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2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75BF4-513B-4EBC-9F66-71C35862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48300"/>
            <a:ext cx="22288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人工确认后合入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90e645f7446f2"/>
          <a:stretch xmlns:a="http://schemas.openxmlformats.org/drawingml/2006/main"/>
        </p:blipFill>
        <p:spPr>
          <a:xfrm xmlns:a="http://schemas.openxmlformats.org/drawingml/2006/main">
            <a:off x="7409487" y="1885950"/>
            <a:ext cx="2726076" cy="37909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C6DF93-1A0F-4C63-AFF8-4FD83F53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53100"/>
            <a:ext cx="46672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SpecCode 输出截图</a:t>
            </a:r>
          </a:p>
        </p:txBody>
      </p:sp>
    </p:spTree>
    <p:extLst>
      <p:ext uri="{BB962C8B-B14F-4D97-AF65-F5344CB8AC3E}">
        <p14:creationId xmlns:p14="http://schemas.microsoft.com/office/powerpoint/2010/main" val="2023191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4D8B8-5084-46FA-82B6-5202F97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6D3B-AB08-4F69-AAB8-954F80B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A7A09-DE7C-46B1-A8FF-22C33802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 /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3DE2D-DC41-4A11-8264-63F220C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SMBIOS 验证从“人工多环境切换”沉淀为可追踪自动化流程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990F-E7B0-46E5-8D41-837B4001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696CB-8C40-4DA3-852C-BE4D0D9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F2E51-3C26-438A-AC82-642D599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A66B-01CE-4FED-9028-218487E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AD913-E8A1-4BB6-B4A6-44F3904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BIOS 上传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DC514-F898-46D1-9A1C-8650607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145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F49DD-54F5-4CCA-B9DD-DCFD854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9D17-8B41-4EAC-88E3-4C3A4B48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E75E5-AD97-4908-98F2-C79BBD5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SHA256 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7007D-4C46-4F2A-A94E-AF522D7C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FD799-7821-4EFC-AE44-E7DC4023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B2DEF-F72B-4883-8DB1-7B0A797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9C0C5-6B08-46F8-A0D5-EF7D6C6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远程刷写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671F1-6306-4462-B6DA-FE38260F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956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7C577-DAB5-44D4-B835-9928F801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C7FA9-79A5-443A-B8E3-7D67B47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0494F-A28B-41BB-BE8A-DC640ABF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1D2AA-E3B6-4FF3-AB78-EC7808F9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8622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02FF2-51C8-4241-85FC-630F8B2E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017C5-8AD7-4D38-AF9B-C1CA468D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A982C-C36E-41D9-B242-D8EA537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系统侧采集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34EEE-845D-496D-A501-50F47B4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767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F4BDF-1E1C-4E34-91BF-C9DFDD87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F6388-F979-41C9-9501-352FDF1D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209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B7A7A-E92D-400E-A7E1-FC60F36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报告生成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26E06-4D12-4AB6-A3AE-A3368654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2190750" cy="23812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8AEA7-CFD0-4A53-BF6A-A7C6C15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覆盖范围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B887B-3727-4ED1-8B8E-FC60B67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3B056-E486-4F8A-AA01-7F3EB80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0350"/>
            <a:ext cx="14668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68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 类 SMBIOS 数据采集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2B2623-7A71-4246-9318-19B3A00C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415C93-0749-4971-BBA5-62D6F394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14668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保留刷写前人工确认点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DAEFDC-6C13-4CFC-9F6C-498BA91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99912A-EFE6-419F-BF14-9BEFBE46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14668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输出原始日志和结构化报告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1ff396f6c4a4e"/>
          <a:stretch xmlns:a="http://schemas.openxmlformats.org/drawingml/2006/main"/>
        </p:blipFill>
        <p:spPr>
          <a:xfrm xmlns:a="http://schemas.openxmlformats.org/drawingml/2006/main">
            <a:off x="6509939" y="1809750"/>
            <a:ext cx="2601121" cy="37909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2514C5-19ED-458A-9C04-B20B41A4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2857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验证日志截图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a09cc4dae4a32"/>
          <a:stretch xmlns:a="http://schemas.openxmlformats.org/drawingml/2006/main"/>
        </p:blipFill>
        <p:spPr>
          <a:xfrm xmlns:a="http://schemas.openxmlformats.org/drawingml/2006/main">
            <a:off x="9429750" y="2703869"/>
            <a:ext cx="1809750" cy="2002712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51A02-7A8D-465D-A916-A762502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76900"/>
            <a:ext cx="1809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dmidecode 输出截图</a:t>
            </a:r>
          </a:p>
        </p:txBody>
      </p:sp>
    </p:spTree>
    <p:extLst>
      <p:ext uri="{BB962C8B-B14F-4D97-AF65-F5344CB8AC3E}">
        <p14:creationId xmlns:p14="http://schemas.microsoft.com/office/powerpoint/2010/main" val="1361197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416F0-4EC9-4A13-A20B-6B38579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84278-1CD5-4036-812F-3E1F5EC2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CCC21-2DCD-4509-8688-A0A3188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03 / AI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ED40-8777-4683-9360-DE2A161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Type8 / Type11 / Type12 已验证 AI 适合规范化移植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1128A-8575-46EE-915E-03D0D09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809E3-F8F6-4AEA-93BA-C7116EEC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28D9F-B656-4988-AB45-C98DF4B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763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D2F79-EEFF-438E-80D1-DA7DB43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6477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850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客户规则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旧平台实现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A63A-3256-4700-8A6C-8BCEE18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66950"/>
            <a:ext cx="190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26C6D-0287-47CD-9A50-B97F251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76450"/>
            <a:ext cx="8763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A339E-7B90-4B55-B2C4-343EEE0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90750"/>
            <a:ext cx="6477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规则整理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1081A-0B13-469A-8B7B-A5D67C1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90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4A043-615E-4B61-BCF9-5806AF4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8763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20F07-2F3D-4094-BC33-3BB54496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6477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生成 V5 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B60BE-B84B-4670-8672-57B8120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90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717C1-317C-4C8A-9B5A-2ADDAB2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8763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6C7B8-82E0-4DC2-A532-E8724B0E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6477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人工复核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0D216-319F-4F73-AA12-5E7B1F15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90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A76C7-CCD8-4278-8A44-FA5823E3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8763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2BD16-D1D3-4C7A-B6E5-950B3D5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6477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5FDAA-FCA6-458D-9ABD-6D636922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71462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CDBE2-6FAB-4249-BFEA-71F5EA8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8572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801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2.0 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29BD9-6294-4760-89A9-EF5D0A15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76650"/>
            <a:ext cx="3048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3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A3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DA1B3-3A48-4276-814F-6510054C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9715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975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0.5 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228A3-782E-40CA-9D09-FBAB90B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8097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7F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DE7F5"/>
                </a:solidFill>
                <a:latin typeface="PingFang SC"/>
                <a:ea typeface="PingFang SC"/>
                <a:cs typeface="PingFang SC"/>
              </a:rPr>
              <a:t>以 Type8 / Type11 / Type12 移植试点为例，正式汇报需标注样本口径。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A06D5-729C-47FD-90B3-03C56CC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8191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A74F0-5B64-462A-88BA-6795F201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6286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3416F-5793-4E12-B3BC-F4804A2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81600"/>
            <a:ext cx="8191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408DF-1245-4194-BD74-F7F75DF2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6286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55038-9DC8-4D75-98AA-5D17A5D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8191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016B9-6063-432E-ADAF-A7AF979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9700"/>
            <a:ext cx="6286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Type12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11d70fc7e41d0"/>
          <a:stretch xmlns:a="http://schemas.openxmlformats.org/drawingml/2006/main"/>
        </p:blipFill>
        <p:spPr>
          <a:xfrm xmlns:a="http://schemas.openxmlformats.org/drawingml/2006/main">
            <a:off x="6096000" y="1824245"/>
            <a:ext cx="2524125" cy="3761959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0506BE-4F2B-4846-8C85-0BFB15B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52412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任务拆解截图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bcb2e714a4cd9"/>
          <a:stretch xmlns:a="http://schemas.openxmlformats.org/drawingml/2006/main"/>
        </p:blipFill>
        <p:spPr>
          <a:xfrm xmlns:a="http://schemas.openxmlformats.org/drawingml/2006/main">
            <a:off x="8839200" y="2422966"/>
            <a:ext cx="2428875" cy="2564519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5CBFA-F1DF-45B9-A468-5AC75DB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242887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检查项截图</a:t>
            </a:r>
          </a:p>
        </p:txBody>
      </p:sp>
    </p:spTree>
    <p:extLst>
      <p:ext uri="{BB962C8B-B14F-4D97-AF65-F5344CB8AC3E}">
        <p14:creationId xmlns:p14="http://schemas.microsoft.com/office/powerpoint/2010/main" val="17424536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ADFBA-296D-4E70-9826-9C07AD3C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52303-8F86-414B-93CC-79BF771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A0C3A-04ED-43DA-A679-524976EA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04 / AI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CE3B9-426A-4A86-B989-EA2755D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 新增上下文完整性检查，降低模型只看局部 diff 的漏判风险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37595-9C2C-4E14-B0AD-48E5493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1EB09-84C7-4796-818E-0820A8AA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42CE7-F656-4CCC-8DF9-024B2C80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357E0-88BC-4844-9050-F0AA4F17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184F-20EA-4103-AE77-1D18C91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479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32516-EB90-4D75-86BC-3BB008F8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diff + 固定规则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E1AF6-CDEB-420E-B56B-879E91F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5811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11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评论较少时，不容易判断是没有风险，还是上下文不够。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E5C36-7931-4496-A435-CD5172E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253FB-BE76-4DC2-AA40-65C89DE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45320-137C-42D1-836B-70273C0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43D72-2CA1-4A33-98D6-B290E3F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代码变更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CFF44-246C-4FF8-85E7-BFE4E41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1524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E6E86-3E8F-424C-B679-C4CEA9B9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4815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C37EC-C2DD-4DA4-B4FF-2BD443B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6245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上下文收集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9E087-A4BD-4ACA-8417-0D304AEC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38650"/>
            <a:ext cx="1524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926DD-3A94-4D79-AAA1-494FEAC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0D53D-2603-4CB3-A5CD-F7544F1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完整性检查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9E28C-0B7F-47AD-93E3-8D83D27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247F7-D2ED-4B46-B748-AC98CB44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受控分析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13DAC-A3C9-4E26-BE8B-F6ADD0CC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1524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88619-A14A-47B2-B1C4-3291EAF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5300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962E3-DCDB-4638-AA89-8C8AB5F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6730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证据补充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08D87-4146-4A3F-9434-00FA28B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43500"/>
            <a:ext cx="1524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E2F62-0764-4018-8E6B-A3B5AD8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048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E3723-19FB-4F0C-9724-628AAB73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476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921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89C23-5682-484B-AB0E-554CD149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7D5252-FA46-4661-9690-C8E4126E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上下文材料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45E1D-0021-40CE-B20F-5EB65C0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955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补充变更文件、函数窗口、EDK 元数据和上报链路。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3AB1D-860E-4340-A0AF-7AC4535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BD528-A608-4DCA-9A68-F05BA85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1470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完整性检查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28ADB3-A2A8-4B67-A84A-19B5A35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记录模块、配置、调用链和 reporting-flow 是否足够。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51FAFA-7AF2-4A0A-BC18-BDB8B45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481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8B7D0-3707-415F-98AA-63042568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过程留痕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86E20-3F90-44F9-A5DC-3F949A11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053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输出上下文覆盖记录，管理员可回看缺什么、补了什么。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3E910D-B1E1-4CEA-8FDD-47A753E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62150"/>
            <a:ext cx="34290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E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66C17E-AD2F-48EE-98AB-8D2427A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29337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截图位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C2172-059D-450B-A62C-D271D37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33725"/>
            <a:ext cx="27813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上下文材料 / 覆盖记录 / 管理员页面截图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462AF6-5ADA-46BC-944F-918EB2E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4A3E05-7FF5-4B90-ADA0-C111AB7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27813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后续替换为实际截图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3B0E42-3157-4DA6-8C9C-33E15F40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EFE54A-0D49-48AF-B5F2-6F1F3954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0125"/>
            <a:ext cx="38862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DA2B0D-9E77-4B70-AE47-A833FAD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4810125"/>
            <a:ext cx="1657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交付结果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A7240C-0777-47EF-A986-20AC9206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4810125"/>
            <a:ext cx="69723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状态口径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86D483-B836-4D21-9B5B-1FAF998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673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F48E52-B6E7-492C-A94E-54CE5D1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00650"/>
            <a:ext cx="38862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真实提交回放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E566E-AFC5-4881-AB90-3A4E7E0B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5200650"/>
            <a:ext cx="165735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4679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6 个 case 成功运行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5D97AF-6E48-4CF8-ABD9-37F7C49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5238750"/>
            <a:ext cx="58293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9F225E-DC65-4A33-8894-3105E5A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5276850"/>
            <a:ext cx="39243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已验证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238801-A6E9-467F-819D-7A4D8EE2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292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28AC84-E87B-442D-81A5-89BA02A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62600"/>
            <a:ext cx="38862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历史问题反向样本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869899-2AAE-44E0-B508-5FAD46DA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5562600"/>
            <a:ext cx="165735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4679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4 / 4 在中间过程触达预期风险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DA83A8-6577-4E79-AE24-1997D37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5600700"/>
            <a:ext cx="58293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99ECC7-FE06-472B-A710-B462B017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5638800"/>
            <a:ext cx="39243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5CFF"/>
                </a:solidFill>
                <a:latin typeface="PingFang SC"/>
                <a:ea typeface="PingFang SC"/>
                <a:cs typeface="PingFang SC"/>
              </a:rPr>
              <a:t>触达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1F61F5-0512-4EB5-82BF-09D304C1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91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33DFB2-6202-4F87-BA2D-B846FD5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24550"/>
            <a:ext cx="38862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negative 负样本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7196DA-EAB0-4892-BCD5-496601E6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5924550"/>
            <a:ext cx="165735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24679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2 个正常改动未进入正式问题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31466B-AF1A-4AB9-AAD3-E467DBC0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5962650"/>
            <a:ext cx="58293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BB0298-4223-4C81-8E31-1A850FA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6000750"/>
            <a:ext cx="39243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6868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无正式误报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F95E28-0B93-4B09-909A-E401E78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9055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重点不是页面换样式，而是审查前先判断材料是否足够；评论为空也能区分“无明确问题”还是“上下文 / 证据不足”。</a:t>
            </a:r>
          </a:p>
        </p:txBody>
      </p:sp>
    </p:spTree>
    <p:extLst>
      <p:ext uri="{BB962C8B-B14F-4D97-AF65-F5344CB8AC3E}">
        <p14:creationId xmlns:p14="http://schemas.microsoft.com/office/powerpoint/2010/main" val="2122598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A0A1B-A5D8-47CE-8DDE-37A4BB80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D86B5-2EC4-4A79-B249-59ECABB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C5C47-6F4D-4EB8-A947-BEA462F1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202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04 / AI REVIEW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CF3AA-8F84-4AEF-8F39-6DA9801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风险处置台账将“模型看到的风险”沉淀为可见、可追踪、可复盘的处置记录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F17E9-6B41-49C9-9292-4D51E4F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1386F-CA97-414F-9210-0A460344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8854E-DBD9-44EE-AA0A-E1F2D97B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057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8DED7-9EB8-4BB7-A95F-5D38DD36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问题断点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2F4C8-C270-4159-8403-BE0EA33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78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早期能在分析过程看到风险，但正式评论可能只有一部分。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FCEF7-06F2-4B57-8A21-C425E33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62150"/>
            <a:ext cx="2057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09F40-22EC-4958-886D-4C5031A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526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B3C10-A09A-4B57-A6A2-44D8F14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146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78646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新增风险处置台账，要求每条风险都有正式问题、待确认或排除记录。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443BA-7B99-47FC-A318-0844399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2057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CCB5F-704A-41AA-8612-BBE0F04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结果收益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3D23B-3119-4658-9791-C0A27CC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899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风险从中间过程进入可见结果，后台能解释为什么保留或排除。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AE26E-7219-437E-9D25-52B3E6B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534150" cy="1962150"/>
          </a:xfrm>
          <a:prstGeom xmlns:a="http://schemas.openxmlformats.org/drawingml/2006/main" prst="roundRect">
            <a:avLst>
              <a:gd name="adj" fmla="val 9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F013C-A7C5-4103-B3D8-CD17148B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代表样本回放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220E6-E278-4EE8-A081-1510578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E990B-0129-415A-B2B1-0819271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5524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RF001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F5D94-4066-430F-A422-9372F025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固定 buffer 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C576D-DBBC-4589-B03E-A3ABC84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正式问题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88119-91E8-4284-8B8E-12807BCF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8CFDA-AD41-4445-BE5F-C40F220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5524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RF003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61E8F-2BB3-477B-BA27-546290C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链路异常处理风险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E8AD6-3D7F-4952-B721-914C06E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正式问题 + 后台追踪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2E242-F670-41EE-9AEE-F3B4658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BF7EC-9A49-41F4-8793-B0E835F3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5524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RF004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AFDC9-92E9-409B-9879-88F6FBA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长度和异常上报风险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54DB5-84C1-4831-B4A2-E1FD6277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个正式问题 + 待确认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6D24DE-59C9-4721-9F79-EBFABA9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71948-D41C-4BFC-A8F5-E5CB6EB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5524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NEG001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399B2-D510-4707-8512-20756971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053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MFGID 正常扩展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B6A7A-9E3E-49A8-933E-CE736F7F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053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无用户可见正式评论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BA0AF-D7AF-4CF4-9BE7-0D5F5B3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57B459-E921-4A97-983A-BFEEE966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5524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863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NEG002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B1F0CF-E484-420C-9B4C-3738557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字符串清理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DD9467-5665-45DD-A3B8-4E4A108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23812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2B886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2B886"/>
                </a:solidFill>
                <a:latin typeface="PingFang SC"/>
                <a:ea typeface="PingFang SC"/>
                <a:cs typeface="PingFang SC"/>
              </a:rPr>
              <a:t>无用户可见正式评论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AF5E0A-E5F0-4B47-B703-79AF15C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62150"/>
            <a:ext cx="31242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E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4725B-AB66-49D5-8489-46AE802B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6289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截图位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68B9E6-9B7A-4DA8-8E3A-BC01B3B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2476500" cy="514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正式问题 / 待确认项 / 后台处置记录截图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A9AB52-6DBC-4EE4-B377-CB1222E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D4D9A-2386-456F-9D9E-4CC7F65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2476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后续替换为实际截图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58E9E-7669-4BB6-9ADC-57C82BC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14287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874E9F-2430-4DE5-86CD-E5CF71E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E11C71-2378-4A5E-AF52-753A418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10150"/>
            <a:ext cx="10096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3/3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2C382F-E4D3-43B6-BCF3-FE2EB54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10096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风险样本可见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FC533E-E217-4113-9D3B-2EF0F121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150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RF 样本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F4B74F-BD2F-4C39-9801-CA709D15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1428750" cy="1333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FB729F-F4CC-45AC-8A4A-D1D63588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BCEAB3-A978-430E-9514-94AE9ED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10150"/>
            <a:ext cx="10096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B886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2B886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BB0FAC-7D1C-45C1-B4BB-AC0A0E37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29250"/>
            <a:ext cx="10096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新增正式误报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49D186-6C29-4D37-B104-640BB75E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150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NEG 当前样本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18F4D1-60A0-4599-9EAE-3206D75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45AD4-F1A2-4CB4-A88C-AAE64527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43650"/>
            <a:ext cx="571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35AAB6-EC72-4C74-9659-00EA54D6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24600"/>
            <a:ext cx="7905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只说明代表样本回放改善，不扩大为全场景准确率结论；线上误报和漏报仍需继续用真实样本扩充。</a:t>
            </a:r>
          </a:p>
        </p:txBody>
      </p:sp>
    </p:spTree>
    <p:extLst>
      <p:ext uri="{BB962C8B-B14F-4D97-AF65-F5344CB8AC3E}">
        <p14:creationId xmlns:p14="http://schemas.microsoft.com/office/powerpoint/2010/main" val="407325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01891-D989-4A18-894B-AF90799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7D590-D0EA-40E1-8A2F-9A7AF3A6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91E8A-EE55-4FD8-8289-EDF9D0B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F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45CFF"/>
                </a:solidFill>
                <a:latin typeface="Menlo"/>
                <a:ea typeface="Menlo"/>
                <a:cs typeface="Menlo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934F9-8386-4CC5-B5D0-A13F4188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下一步聚焦 SMBIOS 可观测问题，沉淀开发生成和测试修复两条 Agent 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9EED4-F2B9-44E1-ABC2-9F080221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E162E-F384-4E23-A313-D28F2B8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B6472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8017C-A5D7-4162-9569-BF16304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29527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26276-910D-4EBA-84FC-1E6E8388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FF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EAF79-BA17-4C16-8BA3-544EE9B1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476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开发阶段工作流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D5AB6-EF89-4859-AFA9-DC11F89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857625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E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3EA8"/>
                </a:solidFill>
                <a:latin typeface="PingFang SC"/>
                <a:ea typeface="PingFang SC"/>
                <a:cs typeface="PingFang SC"/>
              </a:rPr>
              <a:t>需求 / 客户规则 → 规格文档 → opencode skills → AI 辅助生成代码 → 自动化验证 → 人工验收 → 上库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DB43F-D70E-4F0A-9867-4D89FB4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6766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适用：规则清晰、字段边界明确、输出可比对的 SMBIOS 模块。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BB783-A606-4B07-AE4C-1A1AD3A1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4762500" cy="295275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B0EBD-43D1-432C-8E87-5DFCC38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252EA-60B3-4A7D-88CC-88693E2D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476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测试问题工作流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59485-019E-405D-96F7-1D154F0A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3857625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>自动验证发现差异 → Agent 读取日志和代码 → 定位上报路径 → 输出修复建议 → 工程师确认 → 复测回归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7D82A-3CE5-4ADE-B7F7-099611E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37719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73140"/>
                </a:solidFill>
                <a:latin typeface="PingFang SC"/>
                <a:ea typeface="PingFang SC"/>
                <a:cs typeface="PingFang SC"/>
              </a:rPr>
              <a:t>适用：字段缺失、显示异常、客户可见信息不一致、配置开关导致上报缺失。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D0EE8-C33B-4CEE-9706-84DB6DF1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37BF-EC56-4918-B2A1-208EB14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59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A9930-D011-4156-A31B-DBAB84C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81625"/>
            <a:ext cx="8172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不做泛化 BIOS Bug 自动修复；启动失败、硬件链路异常、时序不稳定、偶发平台问题不纳入本轮闭环。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C32A5-0549-457A-A7C8-81A55AF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89535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验收：选取 2-3 类 SMBIOS 显示 / 字段问题，保留验证报告、定位记录、修复建议、人工确认和复测结果。</a:t>
            </a:r>
          </a:p>
        </p:txBody>
      </p:sp>
    </p:spTree>
    <p:extLst>
      <p:ext uri="{BB962C8B-B14F-4D97-AF65-F5344CB8AC3E}">
        <p14:creationId xmlns:p14="http://schemas.microsoft.com/office/powerpoint/2010/main" val="2042741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2026-05-28T06:19:33.0630000Z</dcterms:created>
  <dcterms:modified xsi:type="dcterms:W3CDTF">2026-05-28T06:19:33.0630000Z</dcterms:modified>
</coreProperties>
</file>